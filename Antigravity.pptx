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3" r:id="rId2"/>
    <p:sldId id="294" r:id="rId3"/>
    <p:sldId id="295" r:id="rId4"/>
    <p:sldId id="296" r:id="rId5"/>
    <p:sldId id="312" r:id="rId6"/>
    <p:sldId id="300" r:id="rId7"/>
    <p:sldId id="301" r:id="rId8"/>
    <p:sldId id="297" r:id="rId9"/>
    <p:sldId id="299" r:id="rId10"/>
    <p:sldId id="302" r:id="rId11"/>
    <p:sldId id="307" r:id="rId12"/>
    <p:sldId id="308" r:id="rId13"/>
    <p:sldId id="309" r:id="rId14"/>
    <p:sldId id="310" r:id="rId15"/>
    <p:sldId id="306" r:id="rId16"/>
    <p:sldId id="314" r:id="rId17"/>
    <p:sldId id="313" r:id="rId18"/>
    <p:sldId id="315" r:id="rId19"/>
    <p:sldId id="316" r:id="rId20"/>
    <p:sldId id="317" r:id="rId21"/>
    <p:sldId id="318" r:id="rId22"/>
    <p:sldId id="319" r:id="rId23"/>
    <p:sldId id="321" r:id="rId24"/>
    <p:sldId id="322" r:id="rId25"/>
    <p:sldId id="320" r:id="rId2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B5A72-89CB-4AF5-8CB5-C1A6CEE8FE33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5DCD8-B850-4A53-A53D-AF32D048077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09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panda940530/agent_workshop/tree/main/langgraph_workshop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istudio.google.com/prompts/new_chat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istudio.google.com/prompts/new_chat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istudio.google.com/prompts/new_chat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istudio.google.com/prompts/new_chat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/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/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/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/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/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/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/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/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/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/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/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/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/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/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/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/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/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/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/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/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/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/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/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/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/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/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/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/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/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/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/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/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/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/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/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/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/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/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/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/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/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/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/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/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/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/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/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/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/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/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/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/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/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/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/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/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/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/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/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/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/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/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/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/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/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/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/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/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/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/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/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/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/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/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/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/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/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/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/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/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/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/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/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/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/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/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/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/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/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/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/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/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/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/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/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/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/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/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/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/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/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/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/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/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/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/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/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/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/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/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/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/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/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/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/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/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/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/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/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/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13EC8BF-51EF-9E62-1233-61F1266F74DB}"/>
              </a:ext>
            </a:extLst>
          </p:cNvPr>
          <p:cNvSpPr txBox="1"/>
          <p:nvPr/>
        </p:nvSpPr>
        <p:spPr>
          <a:xfrm>
            <a:off x="5924099" y="3783599"/>
            <a:ext cx="5159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/>
              <a:t>Antigravity</a:t>
            </a:r>
            <a:r>
              <a:rPr lang="zh-TW" altLang="en-US" sz="4400" dirty="0"/>
              <a:t>實作指南</a:t>
            </a:r>
          </a:p>
        </p:txBody>
      </p:sp>
    </p:spTree>
    <p:extLst>
      <p:ext uri="{BB962C8B-B14F-4D97-AF65-F5344CB8AC3E}">
        <p14:creationId xmlns:p14="http://schemas.microsoft.com/office/powerpoint/2010/main" val="296082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2B1B2-27EA-DAB8-8C6C-6EFDC25C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F6464874-A123-4670-370D-39817C2F3AE7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E539500D-490C-7BB5-DDA7-7497EC0FC610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09ACD9F7-895A-6F13-D5C8-50DE2C8BD147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5F4770A-3A58-BB18-E073-F23F541514BB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4F85D49E-FE89-D630-328B-EFEFEB9D0D9F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D254F812-FE9F-C2C2-C81D-6B2AC6C30565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69EA6483-320D-FDCF-1960-C62EE1D6682F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549BC57E-A4F6-D474-A4A8-633AE04341D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EBBCCECD-2A17-5541-14B7-E6029EAFB963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9F58422-76AD-5497-E9D1-BD389108FC3C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1B469AA5-F210-0C60-F7D8-C283DDF34701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303458C4-4E9F-DED3-2699-E351FF82888F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7577E331-9648-0A7C-8016-1C1BA6835611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406EBE17-77BB-B8CC-340C-E78578DE1AEF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D71A22A3-805C-3A91-1476-302880C85B41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3984AE09-7A39-3713-A76F-ECBAACB22565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9BC84D56-1CA1-BC9F-3B70-816F33DCAA31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7A378471-D40F-411F-9E63-B33469E06A74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2B1E9D35-617E-C685-1DB1-8FAB176E9DCA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D3F854E1-344E-C3FC-FBF9-32FBF35AAD34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5E9290D0-C202-80D0-D0B4-974D79726488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88F53E51-D578-9EA9-7A4E-770BCD56B52C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8E6C5F24-2C09-A56D-6E29-521C2C790CDB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B720AFD4-E832-7A3D-8253-7DD1B9EBCE53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F5980883-9DD4-D1A2-5C16-4F037DE9AD97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1D7771A9-D842-F967-AA93-65AA4BAA8A48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2B66BB50-3EF1-B7B6-416A-67E53C0CD020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09DAA68A-0837-81AF-E889-B7F3D995F2AB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0D9EB962-F9A8-D66E-5BB8-A00EE1281853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B4BF9309-05F4-F9F9-89AB-C89A8B072233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B8561FE2-78FB-D689-4186-CB6164936575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79F5058A-B99C-F556-DCEB-5A7CD91CB6C9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D183A803-71CD-3D22-2CC2-C615A7339641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F0A9BDD6-06FD-9878-BA80-63ABD2F069B1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53A9BF01-C44C-C8AC-4946-0A79D13A7176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BF159D9D-A837-07F2-7C0B-7A3544D550C0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91B48BA9-4FC8-8879-BD4F-FA68DB44BC6F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8EEDF132-65B6-532A-E4B1-44D90D134DCA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695A1768-D40F-FB86-E599-63046865E1E8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AA72DAEE-0FA9-A5EF-D982-66FD054F15A1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77EB4336-7716-4399-E130-D23DB274B91E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7051A50C-1CC3-543F-3BC6-D14FE8E48289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2FD7B6BD-76B1-6F23-DA71-64412016B971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E3C65A01-E69A-0A5D-C365-9F6744CD2811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1ADECBD6-BAD3-8979-B836-520B070798BE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7F0696AE-1BAD-A0FC-417E-8FFC287CCC40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C5B9C9F5-E6AD-BCCC-E339-1F67EFE4AA41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4FA7815E-A4E0-A6D8-5CAE-498DD40DE42D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FCA53FA7-C671-994F-2AD2-E0C388FAAE5A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8F26FF6D-E702-363A-B891-5CCA5F95C5A5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62E9A1C9-C91D-A250-8DD2-97273EA83AB0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B62AF8D4-3570-8D92-BE69-D2CCD40F7A47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CDFD9555-7AB5-E5BA-98D9-1A0271B33864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44C5DB8E-F149-E9D4-B413-8D5F129E821E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C5F19726-324F-BBEF-552E-D15C895C214C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A4D52B01-5C95-3A40-7B24-4D5F517B9256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34947328-9557-F63A-8BCE-26856D8640FD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C0DFF5AF-EC39-2810-5903-5E56E8E65A12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0860E248-2450-9068-526F-D168BB7A5584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1541E3A7-FAC9-EA68-4A84-E9AFAD5020AF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257FA6A2-A4A6-202F-2332-77AE97BE42E6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C2243E49-A295-8956-A187-8AA43C62AEA7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E8B08FB4-9544-4151-EB29-E7474A55AA46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DF3AB589-BC30-3F7B-F6F3-4712D0292232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12F4A620-140C-AF9A-AE68-D50EC9BCD2DA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EFDADD21-0122-0F2A-B564-C732A11DED90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CAA60EB0-BE5D-BE31-7E20-1FB707F73C0C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AB098FD1-FB23-3561-1312-EA51F6243B65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11115C97-223A-54D9-4CD9-ADBF882B3886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1A6E5AD9-0271-F317-8C2F-26E422EE8AFB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1A07F0A7-C362-2558-A5CB-BE8FBB2A668C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D0EE27E8-2CD8-7AF2-2BAB-0D678E0BEB6F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CE02C043-D100-1444-837A-395A8E60CA7E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A4C8B63F-290F-FAA8-BE81-99D5EF644E76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857766B0-04F2-1C0D-89E4-D533505A7819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521636D4-8E1C-40B7-2F73-B3C91D49131A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DA1A962B-65C8-88CC-22EA-9A668F0FA4B2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A5E74AEB-23B3-4A8B-FD6D-A19EC52AAD0A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7888776F-6FE1-0677-D628-43602858B6C9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F4DA5AC4-811D-6A9B-8B07-C978332D055C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2C6A201B-CC4C-B6F4-DE9D-E3B6C53F202D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E39D1F73-17D7-B5A8-2094-709FC89D816B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70C02157-0BD5-589A-9A23-C9BDB7DAF51D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2993B3D0-F8BE-5756-9A6D-32BB35181A61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ED87E383-BBEE-5F66-BA66-544F3C76C31C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46A00B64-A795-D059-A6F5-F3F07DA70F82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B7F0C6C3-E0B4-88C4-57B2-2A4712910FF1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B89FD9DA-61AC-127A-0505-F98772CCD5F3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DA2F0AF1-BA3F-B003-DB8A-AE2A44834E9C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F92F92B5-5AE6-6118-19E5-5E3AA9A3D6E0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F4CD2E36-440E-7FC6-00E2-F71911CDADEB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E6485AF3-5B54-5B85-9DC0-6BF43CB5E93C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07CC9D27-18D7-0E10-88D8-EEBADE0B2584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7A170A11-3F1A-FC27-E9BA-D61762D26044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208AAA6C-A9CD-ECCF-200C-A391CC3FA005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C4CA06B3-865E-D8EA-8E66-5057C49A3780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E5666C58-C5B9-DB1A-471E-63EE2E6996C4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1F201E06-DB5D-4922-711B-0E9C00231C06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73DDB7B8-DEA4-9010-0279-A659FAA663D4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2D5BF09E-E2FB-147B-2CEE-05CE79ADD792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128F6363-E3FE-982C-195A-D5ED470B3740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3CE7C542-7364-463A-B128-04DC495A6CDE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5C563CEC-E5D8-4D55-22F3-2E14DDFC7275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8565671C-814B-624E-B2F2-F13F8D3A9CB0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3B176AEF-B604-1E9F-6C3F-F3286C85925E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0FE3EE25-8AFF-1569-3E45-DB66D5ABA24A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96730EA0-0CFD-7997-4CB1-C6FA8D2F2F38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14BF71A8-6999-E22E-678D-DC4D327D98C7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D2062E5A-BA25-C80C-97EF-09CF9AC37F74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A70358AB-14C9-A6B6-16F2-A179C906F28C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68337B33-F54F-F239-D26B-2413C87C1E65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2EAAD477-AADA-163C-70EF-6CC656B0188E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4096EA00-D2AC-77ED-E4D2-4DDAF9BFA491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76A81B9A-73C5-761A-F66A-2DD04201DA65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7778EA46-8DFD-F770-C301-818531C23FAB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38E52050-D667-0D62-3B65-D140FC08BD80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3F3DFE4C-5C2B-E46C-8FF0-9E2F7D6B4BC6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5A505CE0-7BE4-E910-1044-54B355EE1FB7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84AA6B58-440D-0782-96F4-E8CB5B1D81AB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2286E894-2A63-5AA4-78BC-B84D0079A1FE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7195A1-3875-3C5B-202C-A38D7419F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05" y="2468880"/>
            <a:ext cx="12618720" cy="52101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C538A9C-CFD1-2EE3-83CA-71689624E1AD}"/>
              </a:ext>
            </a:extLst>
          </p:cNvPr>
          <p:cNvSpPr txBox="1"/>
          <p:nvPr/>
        </p:nvSpPr>
        <p:spPr>
          <a:xfrm>
            <a:off x="3299377" y="1126777"/>
            <a:ext cx="98679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dirty="0"/>
              <a:t>連結</a:t>
            </a:r>
            <a:r>
              <a:rPr lang="en-US" altLang="zh-TW" sz="4400" dirty="0"/>
              <a:t>:https://</a:t>
            </a:r>
            <a:r>
              <a:rPr lang="en-US" altLang="zh-TW" sz="4400" dirty="0" err="1"/>
              <a:t>antigravity.google</a:t>
            </a:r>
            <a:r>
              <a:rPr lang="en-US" altLang="zh-TW" sz="4400" dirty="0"/>
              <a:t>/download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54875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76A20-B7A2-9E64-3838-71AA2E0C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AF68D1BA-2FBF-3AE6-1F63-DDA0C5416C45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CEE30E59-0D09-0E1D-B1FC-412E45443120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068CBD4D-1D66-C3C5-ADC5-45D7B7363B14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583E3E01-D1FD-55A5-97C9-5D87FB4FFCED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8FCC5F9E-1F52-5317-8A70-A18935F3A78C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F7880609-06D9-E7F3-916B-F3465FA99343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0DF00937-B491-BE7F-7C83-3AC91FF2ACA3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F5001136-0D4D-EF65-EE4F-0A65B32F793D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1367A9C3-C5D7-D74A-1614-34A5B7F229E2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892B7874-F1BB-41FF-CD45-6AE90492421A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44F648D6-ABA9-2AE6-7A27-0AF204DEA441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95C0E6BA-4B1C-E8D5-105E-5AC4C4D11E9E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DE31AF8D-196D-0268-43D2-C338DF3785FA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D0B9536E-3491-B4F4-BC42-A8A8D9B88755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E82646A0-EDF7-E8A7-4152-248E1490CEF4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5381F020-873C-6758-D5BA-433640CB01EE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915EE638-70BE-D8E6-A72B-78B1F3F716FD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4D0E9E69-3642-3FA2-FC7F-03EA73D4BB96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892741E3-0C25-459F-5C12-71CD0D0C450E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95BF46FF-B64B-207C-F9C6-E09932958403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E4FC97CB-B861-ED4C-193D-ABA8692516FE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443BFA4E-B541-F9F5-14DE-D833120B6315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F0533A7B-24EA-F70A-703C-89C36DBDE9DD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C6361426-8DFF-DABE-7511-EEC25458B24D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92655700-4221-3075-D606-EE69A299E713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4B405DAD-41AE-FA65-C2F9-337FD663DDA2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CACE13E0-AC4F-6B22-1863-0A325ED5FBB8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B0A386F7-9CDF-D418-48C2-195F489B685F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614A1747-55FF-F36C-B476-06ADA801E8A8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5FB93DCD-7CDB-0D9D-3C22-3D273ABFA09D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F10EA7C6-EAE9-2D3A-1FF0-2ECF889E2D21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B1DF1756-E5F7-C3D8-27BD-86AF23F8C99B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274737A2-87FB-ED29-1FE6-2615F53C4897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1BA539DF-B789-4D25-56E9-4C9C2B95E950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BEA64CD0-2B7F-7101-574C-F2C084E22D9F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39E58871-4A03-626A-9438-E40501CFAF4D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4CB8007A-7CF4-4FF8-34E2-50A8DB5CD4F5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562B3415-1CC3-2A4E-0EF7-8EFDF244D3FB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44B9D4C6-A5D2-3F93-CA58-89B0434D6A99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11120297-E936-D78C-A784-EF340DE30055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E2C9CCDD-DA59-BC57-DF13-EB6364AE3C7F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CCB3BE97-A2C8-9C58-4FA2-D007C7C7BE04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E974D625-7C94-A3A9-13A9-42F1D992B92D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43EA869C-4B33-64D0-8872-F9D13925FBD5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F07F38AA-DBB9-3BBA-68DE-B337947914B6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791547AB-851B-872E-1170-D4563477EF29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F0035A63-2E6C-81B6-CE2E-5D09A259CD21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F9F0730B-121F-E8B3-FE1C-17030873ABBD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040419ED-14FC-E7F2-3D63-F283ED22DAA5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06EA2200-93BA-D204-024A-B6A657BF3DD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3D195CF5-5CDA-2E6C-502E-370D85E50977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86D1A809-1709-F082-26BE-809826FE8998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703D6E24-9055-F5AD-8738-DCBA47E6F69A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AB947179-2223-A6A4-FAFB-A0B38413FCA3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DB671B0C-F7E4-10AC-0F7E-00A9E6431337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819ABD00-E80C-0F3B-3EA8-4245E7371973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E923ED0B-FB26-B225-2096-CB49C1B6782A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F0365341-D34B-3EF4-4538-038F6D018905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BD7BC8C4-9484-A79B-871C-E3C423707913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F477EF87-DBC5-8624-C1F2-B531B0686429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156BD59C-7D2C-52D6-C789-B599B07C5637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4448A3F-180C-A811-25C8-E2F1D636FF3A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2BAAF6AE-C0B7-EC69-64A5-CE95CF8E7A1E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CB528294-0202-931E-40E5-3E0E53451CA8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6726382F-B1CD-3484-6D08-78870DC7B10B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0140D947-E5C0-4DD9-B197-BEE21CD81D93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0B549EBC-D64C-3569-AAD2-005AADDE4D7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31EEDA92-788D-6BC3-FBE4-825CDEB8C5BD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792C812F-503E-22DD-A2FA-714243056201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2A086BD3-5363-2BC4-98E7-FEC48DF4C64A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C202C926-1E11-BE3A-7E18-944A7C9454B6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0EEB3AD4-C5EA-9B05-ACED-4030F8651122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F0AAE152-E232-9562-F7A7-F171B633C7DB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A52BD609-CF78-0CEA-FFC5-4065F7CD9912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4DDEA61F-6C96-5E82-2D30-28338A35F79D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9C9E2D37-EB62-6EA6-4C93-A3E1ECC42E85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CC0C3B50-9789-599C-6061-8BE17F0F155A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F19BD5FA-FAC5-8099-1523-0803890007C2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21332007-434F-2257-10BA-64D286C915A3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9EAF4AD2-6A36-B747-5009-5ABEF98EE543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99E51AF7-8158-AF36-1303-8A07594CE493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55BAF1AC-CFE0-B13F-881A-28A4CB1C052A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C5E83803-16B6-A0E6-E9E1-6D0BEAEB0F29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B0885B17-BECA-3185-F982-944CA9746A0B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2EE7B915-A41F-0E6A-56C1-FA11A28F0378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43513F4F-C75E-F80F-4E62-1A4AD74AD320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1B4E2905-458D-3E44-115F-65C452AC2DC6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91E99602-334B-8357-88AB-E82E45CE5C06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E173865B-31F3-3D70-7CB2-C290F8174AAB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31EBF556-0442-E006-0C55-A2BB8A7B59F9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4AF7A9EB-366A-7B16-552C-C4087EAB391B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E5A4A941-3BAA-8780-D701-3D007A2CE164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7A90E867-C9E1-CA3E-E7E6-2FAEA5C62E48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D23F1B02-0E77-8647-737D-CC9813031DA5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36FC6EEE-6310-5736-8B35-448BBD00E50F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F02373EF-3909-D7FF-0819-22EC07625118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60F11319-9E26-88DC-9F42-938773A532F5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D5EDAE0A-E297-5622-A4FB-C547116394A2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F0CABE3A-E796-2AB2-90CA-A76C55ED9FCF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45099FCF-85A4-736F-6DC8-F7ACBE899DED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3B28707D-1220-CAB6-3F75-D0F3D64A9AA5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18EB9DE9-B350-A30F-711B-E6F768522D59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DB24C610-A74D-8E07-1150-241FBE61D760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6D017B90-2D33-8B92-0DC4-C606EBC5DA40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1C9C8440-3F40-9138-4920-2B581DD0680F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EC069FAA-CE1E-3A8D-B903-505A57FA45B2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F3CD0C67-6239-B52B-7A0D-839D177953D4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8A769C3D-B8A7-476B-A017-276336413CFB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B5DC80DA-AC99-E902-1228-71C2BE533ED4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A4C86675-A0ED-5CF4-EFA3-5A022A522910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69251363-971A-64FE-475D-372A1370EDF9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A2845E69-1AFF-5D93-D69B-FDADD912DC47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C8BCC602-C5CF-DEB1-7A92-29E2D37B256D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3C7EFC88-DEF5-3E26-B47F-02496B0E9984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F2D3ECD6-1C35-7939-8F86-C4D623D4ADD7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6D7A526E-E913-C5CD-F1D7-E4F26EAD48D6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CEF13C31-E154-0FF3-F513-1401C6290916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8AD25A87-A79D-10FC-B9B3-272471A12C00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F87735A5-3A09-54D7-2AFC-1D4FE39EC76B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834BC732-02BE-FDE9-4047-71BCACECE9AE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CD2E180-F568-A305-358F-51916FA9A81D}"/>
              </a:ext>
            </a:extLst>
          </p:cNvPr>
          <p:cNvSpPr txBox="1"/>
          <p:nvPr/>
        </p:nvSpPr>
        <p:spPr>
          <a:xfrm>
            <a:off x="3291840" y="1013639"/>
            <a:ext cx="98679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安裝</a:t>
            </a:r>
            <a:r>
              <a:rPr lang="en-US" altLang="zh-TW" sz="4400" dirty="0"/>
              <a:t>Antigravity</a:t>
            </a:r>
            <a:r>
              <a:rPr lang="zh-TW" altLang="en-US" sz="4400" dirty="0"/>
              <a:t>，啟動</a:t>
            </a:r>
          </a:p>
        </p:txBody>
      </p:sp>
      <p:pic>
        <p:nvPicPr>
          <p:cNvPr id="134" name="圖片 133">
            <a:extLst>
              <a:ext uri="{FF2B5EF4-FFF2-40B4-BE49-F238E27FC236}">
                <a16:creationId xmlns:a16="http://schemas.microsoft.com/office/drawing/2014/main" id="{E0D0908B-3A63-0860-229F-304D1BF1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94560"/>
            <a:ext cx="8864054" cy="598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6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CD41B-E581-41E3-9382-3A73ABE7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88AF9DD4-01E5-5F24-353B-C98782DBC317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186C66B1-DC49-4B9A-5B0F-3E1D5C9EE6E1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D25A4B8-67C1-010F-AAFF-6EB5A3A67A8D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7F519F40-EF23-4930-B8DF-AD0193C987AF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5E58CDDD-8E56-EC5B-44D2-21CA4F930086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09CA8BCA-BEF2-BA30-255E-41005D76F8A6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29D4B915-678B-7DA8-F1FE-0ED223DD1C17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F393E155-F3F4-BCE4-653F-0337DC97C734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19625444-A01B-372C-1C68-A15ED4FF73D3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73F21698-4B82-A85A-4B41-37F0A903F07A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7BDD9631-0C53-E6D3-32F2-916A82D3D77B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E5215521-D1F5-34F2-42B9-A6407DEB1216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45C45419-6421-C8B6-0BFC-5C2B0D630E81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263637C7-4848-58FB-CFDB-14F2AD8FE5A1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E3BD9882-AC06-FF59-1A25-035F89519822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72135D9A-29FD-2999-3635-982C119DB595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80B1037F-F84A-31AE-EE0C-D560B0C0FE12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D3AD79EB-9969-235E-8147-49E069534072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E4A47BBC-1E99-CBF0-FF49-370EE47B23F1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625786EC-2A31-3FE0-D315-8A89352FFD43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57A1A56C-A79E-B503-7ECF-836742AC90E5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7B0D4347-2EC2-6AC9-15B4-47B62EDE7B80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35CFC1B9-735E-70FE-BB3F-4570594FBC13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F6487B7D-B72D-0394-D64F-7219390A3FBD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C5A46F41-98B6-98EF-C6F4-E8337EB9D1BD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8C00BE38-3940-11BF-B77E-E83382659626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7F983FE1-D437-1D83-9B7B-9E73792F3833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73335413-C2B4-27AC-276B-018C4E6DCFC1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4D4A6DF6-364A-EC6B-196B-389CF947295B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7C183DE7-4DD5-62D9-1E05-5F0D0657845D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58C841D7-8A90-2A5A-328E-CDD46A586096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1F8F93F9-968E-D6ED-5D0D-98B68A79B5DD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EE46C39A-BEB8-30DB-5B46-5D77E0849568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34D6C29D-8004-E132-E45D-2A7B187A385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10796574-2CB2-E74B-97D8-2569047B2F74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1F4DD93F-9CD0-13AE-E86C-AFC0F8A5F8DD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9F9BE933-8A83-C520-5C0E-9E9892C10687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33720CC0-0184-EFDF-BB86-6DBE5415118E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D0BD480A-AB3C-5F94-A013-0D24154DA909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5C030EA0-CE58-99ED-4622-92830EAF9827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74127F1D-3083-235F-ACB0-F4595A98BA95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DF8F868B-5CEB-CEFF-0B83-7079D10E45BE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A776F6B5-7406-32FD-44FA-CF2D54DC4069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89BBE47D-B670-CD2D-F517-A3089B09B5C2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D20B5762-EFE4-433B-EE2B-C598546E0B48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A28990B1-1511-1473-1E87-1BB79F927689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489EAF2B-DBCA-0DE4-1BC1-FA2F011EBF48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0B7FD768-1A67-B743-EB07-1154639A266F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7746827D-C181-1687-CFD8-4639D5F307D7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1C01598A-F763-AB69-4073-761B3B68D07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C0CEC3BF-7E35-2B83-131E-D2182E7F2739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5C5ABFCC-3716-8322-747C-A6181B5F69D0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7AC1806A-D77B-2A0A-3DEF-33B96BC59439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9562795A-5C35-79CB-7C56-ED5A5A9BAF1A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BA429826-FF7A-0837-FB11-E60B03CD7D3F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58C57DD3-51B0-B6E2-8E7C-3908F529E690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51CE25F5-B6BE-2802-7B9E-9BB1B6FA5296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B60AAC0B-CE71-DCFE-1EE1-B7DB37BD7D9A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1D578C2C-E290-B5E0-9802-79B5D4B99273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87E6DCC5-FBDD-157E-C660-29876249C860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FD7BAD7F-3366-A663-80AC-8674BDCD4BA2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5836412E-1E25-4AB3-42C6-DA55422F01DE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BE80BD8F-EA46-EC39-F92E-3DE53B4F7E89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CEFC614A-3BF9-0412-92C2-46AF4545C402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3B47DE48-0512-3164-24C0-98BB7BAF6B1C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4F615B14-0428-D56C-21A1-D2D895C6A31C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6E8A5527-EE11-7D57-DD69-AD36010A3F5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49F9DB5E-4408-8AFB-7FD7-617C7218A474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0D743026-5BEA-E2DD-50C3-E20DCD072037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60D1ADCD-0220-5DAB-81B4-D783BDECB6CC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656212D2-D663-3FC1-944F-0E142483CA5A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1F0C5F78-B503-3360-B537-F765118468C2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E027A145-3480-4282-ADCA-1D6F2FA5C0AF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6AE37629-2F38-8943-CBC3-026D0B0A0B19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BD8C56B8-FBDC-31DD-7103-55459673DEDC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CC4E946A-A617-6676-5A23-A1862F894D51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AF565C37-6353-66A0-C102-EF6874B67531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F882FD3B-4672-37FC-047B-C19BB589A4FB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7117BDFE-5296-7F4B-E35B-A057AE8BB263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120A3379-A7A7-C5EA-E4B2-55202A460FF7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3B41ED01-0CB6-8DBE-285E-C648D6956C75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1859CB95-806D-6C96-66B9-A2178B35447E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0467E7A1-897E-812C-8FFB-3DC533D60B39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B30CC515-C36C-6DE9-BB5F-63AD06B817B4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B620286-BF6C-1747-8345-1539D185B767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1E3E9BB2-65DD-E9C6-EBC8-A15D1DE0B219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043EA244-9893-91CC-4436-4876AB8D1004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49A6A4E7-B710-8AB8-B22B-F2DD6CACDFA6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8C1147C8-0967-6B82-7085-8498F8E17414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76E0F488-E952-3FAF-3F15-2B628C6395A6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D67202BF-AA71-EA74-8E03-6AB68BF26846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D159DFBB-9AC8-ACC2-9773-D0872DB9F6FE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3A02B763-9BFD-57FE-B9A3-649CAB4B8BD0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9F5B16A9-DE7D-937B-F03B-E72C0F62FF93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E6DD4B94-A347-08B4-FC5A-64E6C67A5124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126CF6EA-4C37-D2F5-4C46-448441657CE9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11D2836B-B323-44D3-5E10-26E6BA6B0CBD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4B544C43-551B-7C39-7915-723E7B26356C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45C7D140-FD84-D3C4-F925-D45297016D3E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D18730AB-908F-F3B9-F767-BE1F4625A405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91B647C0-5507-E891-223E-103A24311726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BBA2C07F-5F7F-17BF-02F3-D52B8AB5D32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3456EC33-A4C6-D5F6-F2DF-6CE63192AF03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330D9BD2-5C6B-764D-8207-559CE038BF02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18E5C00F-AFD5-10E0-DD0D-1CAD0F6F073A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61A343D1-EAEC-8003-EF4F-14007F13F321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D6CD0E8E-590C-9BA0-76D7-663516CDC21E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46969794-8BB1-D746-EB0D-65F568C3D9AB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4BCD3510-DE4B-9DB6-DEF3-4E0AD8E04613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84A08566-2535-FB6E-F1DB-0ACB92FB072C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03991E99-0B0E-43BA-C8A9-DDDBA2731CF1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EDDF62F2-AA04-B40E-5CAB-860BCF92F4B0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5D51D56B-F51D-C67A-E24F-02ADBD09B1FA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C2234794-5D55-5D7D-F185-C35B3A5071A1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F3002CBD-19E6-4947-D968-5D2F1F6362B7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C4F93346-4D82-F54C-0B60-EC504C8ED44A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7394C11-F226-C7F1-E0E7-155F4DCBFB99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C881397C-7CEC-82C3-C47B-C69FD317E492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B1AE2DEB-8D48-8950-1E7E-ACDEC51392BC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8CCDE0E9-6CDA-0676-E530-5AB02D0C4242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0E2DD56A-8771-7027-1E32-998104E0F791}"/>
              </a:ext>
            </a:extLst>
          </p:cNvPr>
          <p:cNvSpPr txBox="1"/>
          <p:nvPr/>
        </p:nvSpPr>
        <p:spPr>
          <a:xfrm>
            <a:off x="1097280" y="436216"/>
            <a:ext cx="143662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https://github.com/panda940530/agent_workshop/tree/main/langgraph_workshop</a:t>
            </a:r>
            <a:endParaRPr lang="zh-TW" altLang="en-US"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2E9EA7-2F3F-A1D9-8E45-ACAA5E9E4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99" y="2150285"/>
            <a:ext cx="9006022" cy="607931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8560C1-7541-D3B5-D78A-6DC012013EC0}"/>
              </a:ext>
            </a:extLst>
          </p:cNvPr>
          <p:cNvSpPr/>
          <p:nvPr/>
        </p:nvSpPr>
        <p:spPr>
          <a:xfrm>
            <a:off x="7381239" y="4663440"/>
            <a:ext cx="1397000" cy="457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8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2CBDC-6870-51D0-CAE0-7CCAFE82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A71BD499-0CC7-B82F-1D7D-F16C1D77D34A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6FBA20C4-4808-E7A5-66FB-988559200569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BB2F7947-53B8-78E6-E309-90E63DAA0361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2071DF5-6596-031D-7989-E8E0CEAD858C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4A78AF5B-D794-3B97-CAF0-63ADFC1CEC91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B0977DDD-CCA9-8506-3D2D-DF9F3DAE27D7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115E730B-C46D-F104-A6E0-296EA8638479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C8BBDF78-AA49-1A6A-1FE4-C314E6599D03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1BCF4600-9BBE-DC82-CE2E-4E6FF4FE940D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E3B7409D-B058-B17C-271D-E5804C2AFB76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E7DED663-CA9D-9499-00DF-A333513CFA0A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DD2864AC-7417-2065-BCA5-5D5098E37847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E8D84577-2BB9-0425-BBD5-6603ED23EFBA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CCA715BB-E44A-3E2E-9D28-ACDDC2F2D7C7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655ACE40-6CFE-25C8-911C-A65DFB073A83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A32BF5F8-0111-36AA-71AB-F3ED22174AFC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F5AE994F-5A60-6C5C-B0F2-5CC90517E75B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56109C47-31DB-CCAE-200F-6CF9EC3A3D78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3F8A174F-B617-9C1F-8066-A1C5BB6557F8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36106FEA-AE42-D802-C53D-88C6994E414D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76AF353C-D968-4F57-CD41-A8D942C617DE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8ACEF189-F250-61BA-0CB7-50FE577928B7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095BAA0C-5C25-9B9B-7A9C-5D3D604077D8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5200E2B3-A9FF-AF05-CD5E-D3E7E2CA73EE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30298FBC-85FC-2D50-771F-516AC89BAE1D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8A4E82C2-836F-7256-7B6A-3D15BD014AE0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684C1C96-A5A6-7C97-5D91-8AC5C443AC94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AA0CEAAC-0AF1-99DD-044C-C0FA38FDAA05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25AC2E68-1780-CE0A-24CD-7CC9167803A8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C7B6BFF1-19AB-3BC7-DDCB-91ECF20A9927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AB5B2971-7F97-7CC6-4BD5-74232993A5CD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C571B11C-BE7D-8BCD-00A8-84A37830A2AE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0CB8EA9E-5BAE-E1AD-CA61-FDE04FEBC01B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2AAB9903-A4B4-BCEB-8C64-02AA6BCA781E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B4E185A4-8CA1-558E-30AF-581FF49E30B9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61E1C7D7-B4DC-2242-3DA0-ED6DC859CBA3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C03B578D-6474-406C-42F0-6BC00B7BC7BA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28B9B07E-CDB7-21C2-2401-5DB4692D6289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B1323A84-95E9-E110-EBB5-C946C3E156FC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0EC1ADC0-6885-5B12-4635-94B04DD96CF7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8027E059-C882-6958-E336-51C291ACF9C4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01AA0862-3003-962C-557D-9A99A26C065D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31A15EB7-68E7-97D9-9EAC-C2EDA26F0E8C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A949382F-6C4C-A594-D7FB-E60A2A5333C2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EA3AADD5-1820-C8B3-F54F-7AA35F0DDF22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D8ED57E6-3A15-1384-A090-26890998E7DB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48E17CF9-755F-22E4-2009-B06A77C728BA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0DBDB9FC-61C7-3812-7F62-7F02E2C2455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BD9C0A44-F0EB-2527-B935-133020D70256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DD30DC88-C2BE-499B-D13A-125D4FE12B2B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33E845BD-08D0-862D-A96F-C95B4276B141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120A1DAC-9574-C6B7-ABE2-D83AE06B1590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9FB42EB7-FDA9-DCD2-F5BA-3709FEE2717C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D6F32082-FB66-387B-E0D6-02D2328BC0EC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025412CE-AB52-4DC4-BAFD-FE39077183B6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DA564E6C-9A58-B7E9-B9D8-AEAC8AD71FDC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9805BCD1-ADBD-AFB3-379D-63C4B7C092CB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607833E9-470C-766E-BE1E-54D23073CD24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7E286CC5-8B0F-6AE3-CBAA-831F9E0B27C4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2B4DE71B-61D0-44B0-643B-446DA0798AF4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35AF3BFA-C686-3B3D-FE3A-FEEECF14178D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7D0C06C4-05F2-0D56-3A94-BE0A09F08B12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06C49A8B-4E42-6A81-FFB0-2FB58C8C1CD2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7A5F64AB-3171-2637-66FE-C3A30A9E5E0D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27FCE01E-63E6-7109-C28D-4908130AA53B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7336933C-168B-5BC0-E665-7FB68C934091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2494964B-5545-2377-43D4-52D18AC863EC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68FAF9C6-7953-1946-D8F5-8E33F3515DB7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E0381601-2007-2427-C637-221ACC10BA17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4ED6F7E1-C673-D0D8-E036-BE721B5F0E3F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5A0601A0-155A-6F83-E27F-39D417D74C31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E6779065-13E4-FE30-7CD1-8F1F69F2342E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A7D411E9-2E4D-F121-FBD3-262872363479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EED6BD41-1185-3F9F-4382-DB534540705A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808DCF5D-4E5D-1D1E-F1AF-46F1F00D4E58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5C04794F-E3BB-CBB3-AE34-D0ED015CA279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962758D4-E88D-11C8-1449-D31DE41B55C8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3407A7BA-1F7E-51CA-F96C-22F169051232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4C50DDA7-CC38-183C-4839-2DF32151A1B0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B99A0ADC-9D41-C208-2D8D-018EC95AC690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94B3C920-3192-5A74-939D-DEAD4C458077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4C620A80-288E-D632-57D6-BEBC19F69852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E3E9AF84-85F6-B055-C32C-60AC8173CEBE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A4AF1D53-4938-1507-4910-4014B52821C7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1E78FE2-5B55-B0DC-F864-4C9445D5722A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4DDA2528-F354-7F03-CF3A-3D1AEF5C3F10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6A1F02E2-CA86-C10A-7A38-9C44697D4267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FD2982A6-F996-BDE2-6323-B391E4FF9678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9267C661-5CC4-08A5-B0CA-4015001C9B6C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89042A16-92BA-6FDE-34AE-C4BBD13C280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75194B55-3D6D-04BB-4371-76E972170F4B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E04FBAD8-5EF1-6DCA-D010-67CB00B6A87A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94B49DE0-DF5E-F33F-892A-D66794F48FCE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A82FF243-8F2C-2FBA-A1CA-B6FC13D348C3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0C2B9347-C9DE-D80A-5C65-6D65E09469FA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93C3430F-AADD-265D-87B6-A5D064AC6BDD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A09241D3-8FA5-E8A6-542F-B32EF9FF13FC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3AF9DC6C-BD03-8EAF-EF2F-22E01E8F14A6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791A7223-7608-17DC-6AF2-B130935BC5F4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6C5DBB5D-8477-3341-0534-C11B1EFD5CA5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FB4AE7B7-1036-B37F-B714-878C0F067A0B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5C683758-690E-ABE7-42BE-C995AE4BBDBF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1A0435F4-B12E-A9BE-EA6D-D9704392BB73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F4446441-376F-5744-EC14-E1A2CC6EFD08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06D2494D-9C75-A7F1-4342-E299150B87B7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8C1B77D6-1EC9-0B7F-41BD-96530608F01B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347F2A31-86AD-E946-CAB9-34876D3D757C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2BF0965E-0C76-E40C-872A-87074D2EDD8E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C38114DE-2548-6058-330B-3851CD60BD99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59269539-F60A-537F-461F-C1452B6A3F70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3A5D5990-8E6D-9BA5-1634-0A9483399475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B8686299-6762-92A6-19CE-04850912CD98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84325326-F92F-9C1F-0BF8-26BCC978714A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A93B2303-46AF-04AF-2471-550F37654630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33EFD0A9-9898-02D4-E230-CDE9F02EA28A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3723F6F4-0E34-8927-A9F1-FCD4B91328F0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C3928B27-B7F2-96AD-67A0-E2CF291BC590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177AC524-84F0-7FE2-9C7E-FD924BE0D9F9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B6FA2A4F-3D59-3ABD-D108-6AB84BBE0011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F9A0C0AE-7188-0BD0-2004-A1DE41B2BF64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FDF824E9-16F8-49A6-84B7-846C7F6F399B}"/>
              </a:ext>
            </a:extLst>
          </p:cNvPr>
          <p:cNvSpPr txBox="1"/>
          <p:nvPr/>
        </p:nvSpPr>
        <p:spPr>
          <a:xfrm>
            <a:off x="894079" y="577395"/>
            <a:ext cx="14366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hlinkClick r:id="rId2"/>
              </a:rPr>
              <a:t>https://github.com/panda940530/agent_workshop/tree/main/langgraph_workshop</a:t>
            </a:r>
            <a:br>
              <a:rPr lang="en-US" altLang="zh-TW" sz="3600" dirty="0"/>
            </a:br>
            <a:r>
              <a:rPr lang="zh-TW" altLang="en-US" sz="3600" dirty="0"/>
              <a:t>複製</a:t>
            </a:r>
            <a:r>
              <a:rPr lang="en-US" altLang="zh-TW" sz="3600" dirty="0" err="1"/>
              <a:t>github</a:t>
            </a:r>
            <a:r>
              <a:rPr lang="zh-TW" altLang="en-US" sz="3600" dirty="0"/>
              <a:t>倉庫，或者從打開</a:t>
            </a:r>
            <a:r>
              <a:rPr lang="en-US" altLang="zh-TW" sz="3600" dirty="0" err="1">
                <a:hlinkClick r:id="rId2"/>
              </a:rPr>
              <a:t>langgraph_workshop</a:t>
            </a:r>
            <a:r>
              <a:rPr lang="zh-TW" altLang="en-US" sz="3600" dirty="0"/>
              <a:t>資料夾也可以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CE8FBC-EE5C-9D5C-2164-6F18A5C4A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493" y="2581981"/>
            <a:ext cx="6957307" cy="54812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A9B8BB-6DAF-5016-5140-67C3E99FB1E5}"/>
              </a:ext>
            </a:extLst>
          </p:cNvPr>
          <p:cNvSpPr/>
          <p:nvPr/>
        </p:nvSpPr>
        <p:spPr>
          <a:xfrm>
            <a:off x="5448300" y="2926080"/>
            <a:ext cx="4904737" cy="457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4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CCD0C-F1E5-AD53-6FB5-14587914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C6B6C9C1-2440-FDD5-D0F3-650FE080B715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D3F326E9-6AF1-54BC-7A9F-7CE96236233F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5A83EAB0-399B-95AB-B7B1-BF449713FD30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D94285B8-E418-E534-3A34-E354CA6270FB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D7E0BAC6-62BD-2B07-F326-669C298C7E1C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6B044F7B-B179-719E-294B-02DFD1C1C9F2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4B8EDAC2-BD1F-E5B1-CBDF-4055E1243102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20433549-990E-2C36-2BD0-7C24647B6A62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82AF4764-DBE2-4317-F2EE-C68C8BBC783B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AF0AB2D-101E-247B-ED88-379F71DBE1F1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A2370055-912A-E21A-AB43-B4CD838EC8DC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F05BF86C-DD2A-D462-0447-065019A69C4A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26167769-9B2F-935A-F2AF-1993489B3166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0EF16E5D-42C2-4685-A4A9-670894344762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E724550F-FEC4-615E-4DA7-F6D10A87B7A2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174A0215-E6A2-D966-33E8-6E0A07959972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88BA5342-097C-96A1-80A8-E97E663A1FE5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4DB3FD77-609D-4B89-B96E-273EE81059D7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758F8DB3-23DE-648B-238E-7C02C574AAF0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1AA60CAA-CD73-71BE-3482-3063EF1A11A0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4D09C67E-EC13-31D2-72D4-817CEBA0B5AD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3D6F5221-3032-08B4-D444-5126CA612D6F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A62A342E-EF1B-8F2B-03C7-AB51ADF74295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DE8DAAC5-9B13-98C5-0E64-E498B5E816D2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52677F1C-6C0C-7858-86FF-56E3FB1F1A83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7755CE35-6D08-3AA8-1D04-6E0D97A018C6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565638C9-789D-6AD1-5BFA-AAC470AADC92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0976282C-633A-5DD2-4DE2-38348641D19B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EAD17E34-BC4A-5603-95EB-D6E74EC855CD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42CFF3F4-A6EE-B1BE-B7CE-7DE3F6D3AE2F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9B3ADB82-4C03-CFF2-A537-08AAFD1A5027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778E6F04-C62E-4CC5-C7EB-6C81021F523D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8D6F77C7-6758-01DA-69B9-766B1515D5C1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AB128322-9902-AA3A-964D-A4D68AA60E8F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F17132E5-DC67-DDC8-6008-9748260D4845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9B73341E-35F4-FC7C-14CE-447A56FA0D8F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CC21C356-04E9-0110-0819-95A3AF83996A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60813ABA-69FF-33F6-E178-0C41099AB87D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165A9733-53D9-FD14-6A90-6521250E7F44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CC637B81-74CB-E1B7-8E88-D109B9BACF89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91FE3205-708E-8162-66E4-B4D0AF5A3F2E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6FC09DD0-39E0-01F9-5104-0FAF87E85438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988C2150-A226-609A-AC03-B1C36CE98FDC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A94C3C10-0E3D-FB05-99A8-F103C4111B12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4173CE02-B260-5D6B-F7A0-40A44501A6F2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4BF38B98-E4C2-7EEB-A029-9EFE0FB9CE67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3EF4EDF3-05EA-34EA-7455-D09956D57F4B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C18A95F3-F090-1F3A-5E2C-09E0543DA2E1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8B6A5B25-4203-E6BF-B0BF-EA19E24EA430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433664CB-7432-0B39-5210-222C0CD9FC65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0CFF5FC6-CAC2-313B-2A1A-AC8DCF0A3587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BC7EE4C1-9F67-69F3-78F8-0CDA59FFD1C1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38D6A228-4831-ECF3-0C30-E8000BC10242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D349B5B0-D6C4-CAF8-A321-C34B1E4FB583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0FB62BF5-CA01-A627-5853-10BA25E20442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DC6BA21D-0D85-B2A7-355C-9EF80E9571A2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706B06D0-E775-1A1F-8E4E-4B103B5AC25B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1093C43D-F79F-9B04-7AFD-0517784A25A7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D44F26CE-125A-FC5A-FD2F-AA2481F48817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057E9537-28C4-9E61-CF9F-074BF900F8B3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79623B21-4A1E-319F-25AE-9C6279D42D09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7B472288-C825-402E-0E1E-58B884DA1AE7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9512B1DF-B81B-B406-D16B-B2265DE10F05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197504BC-D254-B5D6-2490-B31BB6E09D49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83E57EC2-A3C6-1160-6D92-4D610FBA2329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8067D55D-2619-C813-4DF8-F0554E8610C4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B9D2A586-C87B-EFA4-0797-8D777D1270BC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97A65698-249E-70D5-1E01-A3CD5FA373EE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F57090C0-F7D7-7B5B-29A1-141D442180C3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8C401DE9-FA95-169C-A74E-9D228B309AE1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2F71AB76-63AD-B53D-355E-742971063294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474158D8-F8A3-1A17-B416-CAA1FC31804A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4F1F5A51-3672-937E-08D2-F29584AAF35C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7A733613-1851-A229-7926-C58653425A80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36BCB705-2684-95B6-FB21-E311EB166890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8199C6C2-69AD-87A6-D1C3-96F8918E930B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1755508F-DF29-8007-B1D1-1506D3D72D6D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F6694C76-9888-D889-238C-DC23F16F55F6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52DD2895-D9F7-A6EC-CBBC-917FE5CB8B9A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86E21428-2688-FF2E-BCE2-8F1545643E1E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1C0A1D8D-94AC-8B62-8B67-86BC57174860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DA3E017E-90DB-51E3-50BB-DA2A65968C24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3164B4E3-10A7-D410-A868-0348481267F9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53381A88-F06D-944B-A144-05EF80C7CDCC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BEF7BFD3-1958-1DE1-230E-D284B85595B3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DC6F2E05-9ABB-BA21-748F-7B59C3E6A962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6DD3F349-BC75-2E81-28F5-154E00C1A94A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735708F6-F123-C2F8-0561-472A9ACAB27B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93388D18-9247-4CE9-8191-07DCFA30C42E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AF9218E7-8008-DD3F-C3B3-24C575583E56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12D54338-768E-5730-9B81-F4A59E511B7D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5EE85305-11DA-7CDB-6F5B-5F02C2576A2C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2714B548-57C1-B6C3-71AC-40A8FB6DF130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C8ADFE94-715A-DA03-CEF9-BF449E43FA01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7C706E60-CDAA-9BD7-379C-7A40B8244EF7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72E23F47-1873-8C1B-4FDC-3080BB7965DD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8C085BF7-7352-80AC-531A-A975159A7E78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037DC7BE-4F8C-031E-0349-075B08D54C0C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ABAE8D9F-DCDA-DD18-FE5F-3E685ED12C2F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95EA941F-DE9F-6380-EA3D-7EEAE0DBC445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A8EBD66C-1301-1310-1D97-43A8C228F07C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BB3BEDF8-3C71-276D-DCE2-80873006BD4F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58A1A884-764C-A4B6-E9BF-92790EAEA7E2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80CF05F7-8474-D0B8-8166-F6386FB1C842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EC8033C7-A6C6-2869-FC6C-4278802CDBC6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6A951F24-A845-A048-5242-478A866ACA63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BBE20FD6-ECDB-89DC-D4A7-80FEB9C482CF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8E317461-CE73-2683-935D-1D266B7CB57D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646A4F83-1A9B-E754-78A4-E9E194A62631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0AC1B807-B443-14E8-3B53-33A3A99D53E2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A1A8F5AE-77B5-FEB6-CA07-A9A7D505CF39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3A98A588-ADFF-E5B3-E60D-27DFC17D852A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2C551896-E634-3E47-2B5A-352F421514F2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71E81AC8-4770-A6FB-98F9-FBD76656CD4D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0B56F2E1-767B-7886-6B63-F7A4F3C11C65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7D3CC407-BD6D-FE4A-DE73-29CDDA1F9811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1C9516F9-D711-A6D2-BDB9-E6B72A77FB40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D09380DD-CEA9-9F65-BD80-7B6DCE13F92E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1919691F-C274-27F3-AC48-2079B8F1D461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4097161D-3CCE-391A-91D4-DA53948D7D07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E46E5FE4-2FCB-0E77-641F-749BEB0A99DF}"/>
              </a:ext>
            </a:extLst>
          </p:cNvPr>
          <p:cNvSpPr txBox="1"/>
          <p:nvPr/>
        </p:nvSpPr>
        <p:spPr>
          <a:xfrm>
            <a:off x="3362959" y="619365"/>
            <a:ext cx="98679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初始畫面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73C1BF-6DA1-8EED-5110-548EBE1C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655347"/>
            <a:ext cx="12141200" cy="648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3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8A3E0-7F9C-1915-8410-B18500C6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4BB04ED2-5ED7-7FF5-5860-2F16BFAA5930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22B8764F-A914-E4E0-9101-04C4276815FC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741F67CE-36E1-3860-9F17-05645E4E0CCE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D8B126B-C5EA-D94B-598B-2BA0D39FBE22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8D1F80A0-EDDD-E14F-8EB4-0E7E1F4A9D2D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58416341-6CF1-1AEE-2438-D440F3EBF365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9B0C8A8E-1516-BF1A-0883-FF69E4D80252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0A342978-4BE7-B014-6B30-282F624F2104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F6CC6033-140A-1E54-BD0F-A26FBFCB06F8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77AB2CD6-4A6A-35E6-B9A5-9F70C235FF32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B520FD2B-CF46-277D-284B-13C2FB947BB5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DBE3059A-8B7D-74C4-0875-BFDD5275E15D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27FF19A8-93A6-0770-6589-AE7F4C21634B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7D455F44-1551-4EFA-4336-05DF253F4033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A919A648-0F98-52F5-28D3-26224816C8E2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92521B5F-D8A7-FFCD-F40E-31369B6D797C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5C479B5E-F8C8-08D0-DAA2-EC40E5630639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EDB94453-728D-30F9-BEE0-5DE1E0335CD0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587B941C-4573-E57A-B61D-31885B34F769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F65B0A52-AECE-D16E-0A97-70C642C01989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33C54411-46D2-FEE9-4319-7869A2BFA692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AFC57AD6-2C70-C425-F298-513FEBD3AB8D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6A68066F-FD27-1267-3601-3CFDC8462318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A9C61829-8569-DE7E-4F8B-1B350FBE3702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B0DE8DAA-8453-2A1C-4A38-0A9D582EAB19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40942886-F3D2-5DE4-3817-ADBBC6FED573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52B6C84B-74D0-31E1-8321-E4F616616D94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B442D7BE-A1E8-03EA-7C3D-83D2EB6BEFA6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53C7EDC8-B16C-50E5-4324-7FE40EC02E36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9D9AEAFC-D311-4BFB-0942-5FE2F7B1617F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7724F309-CDAC-5789-69BA-E63A4C33A9A9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9415DC27-C3AA-31D4-8139-4F21E2D07D78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EA0251AB-E0AC-AA48-713D-A1E4C5C89CA7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D75227CC-377D-50D9-E8BD-40D17B810E97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C3587F28-3F0B-6645-7124-18EA2BA30840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ECCA5C70-58D4-33AB-6A4F-09B067778E7E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BCB57036-8449-8ADC-E1A5-D269FB0572DB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C9AA3B02-4D31-EC13-23FF-AC442302AD3E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A4A03474-C521-3831-E116-4C02B6C37E5C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23928815-7F86-FBC0-0B5A-AE58EB0A2FA6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317463EC-632B-060C-CC50-F3A91CDBB240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7D42B3A2-584E-ECD9-35D4-589CA32A1F8C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1C04265D-1B70-76B0-F686-8F41F5F0ABE8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01CED75E-3AAE-9BBA-FEA1-0A84A0A8A3E1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FC1FB938-7EE5-09F4-7B22-35A817E07390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80CDF407-D748-9BDD-4330-0E41701B9AEB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1A205D67-B322-D0B7-0AA4-94885B8A8D9A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2CB380E1-CF7C-4DEA-97F5-93EB35BB1115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3B6FB9DB-064C-C2A7-F9E4-0626E7C8594F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A73E5CB3-09B4-0BE0-767C-7DEDBEECEE30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EABC7479-94F1-3591-FDDC-8CA782E742B4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31FC0286-9E79-A54A-2C0C-16BDF84F0501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593039AD-4911-B92D-F571-D44AEDBF276C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1B0697A3-F08B-1D4A-323F-E96436C38460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469CD967-2949-2BEA-51D2-6B17FC3016D6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4955653C-8193-6B23-E855-E83C9C7155A2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C22D5A50-DE51-04A6-A3DD-2CBE55234588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57C3AE54-838B-F739-B476-EA7DA01594DA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052D0643-20D1-D4FC-152C-1F1C58BE57C2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8725D864-D8FD-4D7F-804D-56C75D3383F3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F9A0E781-5B30-8F76-BCD6-0B20EDF1C3BE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26E3D90E-3CE2-18D2-D574-A214F6F019F4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3C8A01DC-9D97-9EDE-D2B5-58872D85AE69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09314675-F761-01D5-C863-ED716D27A199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547391CB-F8E0-38AE-8DD2-1C365E02DB89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D5682E37-9BC0-E0F5-1F01-00E9BC3B917B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389E8999-D339-9003-3C18-B046AAC5060B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7F52DF11-D6F8-1F3C-B841-FEB9FACDB842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7D8AC6AD-4ADD-F005-4454-925363A6B811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13BD9191-869B-9892-EDF0-15482C9B0AA3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7B350D49-23F0-6136-B546-04A8FC3660BB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4CED997E-16D3-1AA4-B4A6-5CEFF55C6438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2AF041EE-3643-A4C1-DA19-30008F5387D0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1DF9EFB1-A126-ECA3-17B4-8A99DA2E44B7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6CB8DC26-1C94-8DC6-50CC-DACC584BF6A5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D2E088E5-5254-DA96-1F2B-7A048B09A6B1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C0726661-2EAF-1203-DFEA-B9203CB57901}"/>
              </a:ext>
            </a:extLst>
          </p:cNvPr>
          <p:cNvSpPr/>
          <p:nvPr/>
        </p:nvSpPr>
        <p:spPr>
          <a:xfrm>
            <a:off x="0" y="35661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3F79F470-38F1-0C13-321D-D975E56571A0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49A8FAFA-F87C-7419-8F12-CF7FE3F82D3E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D5ED6A9C-D5ED-C467-9060-4366BE5AA1EA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658AB7E4-3F5B-E9A1-42D6-4302C4AF357A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4ECBBD2A-4D6E-09C2-29D8-EBF6EC297108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28872BF9-7758-809B-E2DD-1AEA4FC4082C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1AEDC179-7F82-B71A-6125-C09C747200BC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0C563B00-EB91-833E-A290-57CF1FE98D39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BDA58AEF-821F-F1D2-3DDA-950920613825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DA387621-9B6D-B9FE-29C0-147F733E5A70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A3FB1447-2145-704E-443E-07531BA7470D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8B3146E9-92C2-70E1-A850-5EC01C0EC16B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0BB5BDCA-9A62-8ACD-D95F-7410391F2785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DC3C2D22-A7C6-1E8F-F255-51C39C681967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9BA36AEB-8C2F-4BB4-47C6-5D73AF85B5AC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C24BDEDD-778F-AC61-3A3A-B7CED9700448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FFA49F69-014F-9157-F6A8-799B87F312C3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272B38B5-CBF2-7CD1-7AD5-B1BF31223EEC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A13FE532-E52F-30CE-097F-9F0AC77FA233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BCE2B389-C56D-149C-E542-D8A8FD8B4000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76A7DEAF-FF8C-E6AE-005F-FCFBA8DAA167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681E5263-E445-2726-47F3-C08498CD74DB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FD8E56BC-6C9A-E5A1-FEAB-67AA7F09C309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5EC8101F-FC39-7237-A017-A87CE63459A7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55D32A20-0840-FB19-0F0D-2AADA55D75AC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F76DE165-623E-CB7D-6B4B-B52B0B63C9BA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190A4DF5-3B6B-63CA-64C3-122581594D1F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A88E26CA-8667-9525-1B57-B029D0C3A402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EBE00438-F849-5611-9C46-20512F208557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11F07A95-79F7-D462-3DC6-F58B340912BF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E4DF0D32-8E46-F27E-8661-D20A28F65B50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D456C896-7455-69EF-EE51-E26CB76CBF32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F0D0E598-3FF3-2D3B-BDFC-3A3EB2973F81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CFAEB29C-5163-20D4-6BF8-418F0E4E7A5C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0098520E-CFAA-5F0D-79A7-B94E090C9C0C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9999B72C-739A-CF8B-5F7D-B46F46590334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99F34F1F-427B-5477-D33C-8C6EFA69D4CA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88865C05-7D73-515E-8215-5653A9D64E6F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0659A578-925E-4D91-54C4-CDCFE03902E9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CF86C83-2909-1FEC-DC89-5A6A2CAE3906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E91E467E-7079-9029-D9C7-C9776D78701F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965E23E0-ED07-BD22-A325-D6BE217EF6F0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4BBEF9B1-D7A9-AC71-4E3B-931EAE583A6F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0E7585B-4353-6C2F-4EEE-905754728251}"/>
              </a:ext>
            </a:extLst>
          </p:cNvPr>
          <p:cNvSpPr txBox="1"/>
          <p:nvPr/>
        </p:nvSpPr>
        <p:spPr>
          <a:xfrm>
            <a:off x="2887897" y="876479"/>
            <a:ext cx="98679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右上角登入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82DD3EC-E0A2-5156-32EE-2F200D13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79" y="1956376"/>
            <a:ext cx="11374287" cy="609034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9C4FFA7-0BFA-1C7A-62F5-0BB90E0DB48E}"/>
              </a:ext>
            </a:extLst>
          </p:cNvPr>
          <p:cNvSpPr/>
          <p:nvPr/>
        </p:nvSpPr>
        <p:spPr>
          <a:xfrm>
            <a:off x="12161521" y="1920240"/>
            <a:ext cx="802639" cy="411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45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3CCF9-CDE7-EF49-32F4-295EC597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75269976-1EE5-4B54-CBEA-16367757FB8A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86483B49-DF53-A5CE-A40C-0EA0BFE61695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7BB153AC-0ED5-7988-027F-E5D59C568C73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BFC91D06-0653-95B0-88EF-C0AC53BD4DDF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D9DD9CEB-4E37-4EAC-5E21-3B3208194A5D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24B9943C-EC84-6DF3-83B8-E8DED3A6B926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3DA925D4-F14D-09A4-ED36-35140445718D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B1ED5188-85A3-B157-447C-E9B24E8EDEDC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B3AFBA8C-C1C9-7F07-9210-E27996D30E5C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0CC11557-7D21-B076-D48C-C15168EAC832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3661982B-0B53-3635-A067-67A44103AA7D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473B43CF-FCBF-F7ED-C0FE-C3B5ABD04416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8FFE18F6-3E9A-B20D-7BEA-3F9FC928466E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F2EC1125-0340-B1D0-879B-456FCCDFDFC6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0CBEEF29-89CB-A71B-C870-0E333004F083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2BAB62C6-A908-60C2-2BF7-19AF8DD3857D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9F9CE234-2BA5-7D1E-68C0-D7533877F5D5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E3B31DDD-1341-1A44-651E-62D7EF4AA009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74052B6E-7DF0-B8BA-3892-720D2601EA04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F11E8AA5-BF13-E77A-5CE8-121D3AF71171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68264EDC-9746-27AE-8EE1-4474D42E33E5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85B4B3B8-D824-12EF-C5F5-29ABC0EA6908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D703147E-BA31-C875-2BA0-4A46E8E14B98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6FCEB1F-F9B5-416D-5330-8D9FD270F2A7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64D7C0EC-6061-1EAD-4A19-46CD3E5A0759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F4B465AE-B689-D72E-0406-77C4A055C89F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8D25535D-D127-64A8-E698-4B079D28D808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8D54BF11-26F2-113C-565A-DA8C7B7FFE1E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32595438-06D8-D41A-7ACC-C6D42CE1D7E9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9752D6DD-43BA-DE31-2000-86F462DE77A8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4B4E0EF2-71FD-E85A-7201-9A9D679ADF2A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D3030646-71BF-600A-153B-D2874797862B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CAF4E6DB-3A9B-5312-96B9-4912886FA59F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1E5A1EA4-7B63-BCAC-A0F3-D26B36F0C30F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4876A820-93BD-75FA-F80B-28D2979E7425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8E293711-842E-08BB-519B-C29D60841074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A31AFCFA-FEA2-140C-0D1A-163AFA67F6E9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FF651E2A-786B-768F-E389-CEFB5A3A89A6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AF641983-7814-0DFE-8FFA-A92CDEB0CC59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C1BE9B6B-45B7-0BA4-DFA0-34E544CC3B1D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52B6BBF3-32D8-D18F-1EA3-0021CF227D55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7B52E941-BF8F-9AC4-CDFC-34F7A95A8798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A460A641-EE42-04D5-190B-BF231F3D5115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706F8CFE-9C04-1D8E-6AEB-C1DFD1953FBD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F9D95833-69B2-5CB8-BEEC-9775BB3BEBA2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DC344293-9AB1-443E-CFC5-B5534744A1D6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5816B7FE-DCAC-800C-B69A-1CEF8DD199EF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2C0640AB-F7E4-4A38-2B9B-9CCD3B904D2A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069F2353-578B-0649-452E-6DD64D78EE83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87768467-B2FE-C527-50AF-04CA0CE0FDF6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EB6FDE52-3545-F99C-1DBD-D252DF16EEA6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D9A7152E-83ED-00C1-F7EA-4B5EDBB882D8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4828992B-DBC1-E3A4-3B1E-305626F37930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FC2EA254-31A8-3AD7-1C08-0252B2D60B40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26BC696B-2217-E168-4843-81A2FBAAA660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F4016F95-0846-B15B-E251-3FCBF3269E8F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5AD4C070-FC8C-6621-D9EF-A8C76C2E9A5F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530538B6-FD53-52EE-77C1-F2E1F13346B8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D534E48D-C4CA-F424-DE71-B5557541A32D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3D97835B-6E9C-FC24-8B6A-FED05B98BB70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DA4F3AF7-A767-D533-E42B-0B700B31B183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9C0E298-BA8D-4973-BAF4-23182A012086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139EE57A-C11D-BC6C-80C4-B37DCCD32623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57247584-6778-1EE5-9B51-1EDA540F033C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52EEC686-117C-9636-6C1C-71AE37AB5889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6D7FAACE-221C-4C43-C788-5F0085E763DE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079F0B3C-A3CE-A69A-A8E4-E8842D915D49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F05BBCED-BB1B-34D0-6C37-4303445F3324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FA5C3AEE-A7F9-E020-6782-AAC52D80834E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E8303545-7EB8-9911-A140-7E71D5B6DF5B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615DBBCB-510A-5BE3-E993-4C21BFE96024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0296D95A-CD66-D8ED-C439-3E9597FB6CB0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765C5F19-5CD5-31CE-BE18-CB8363A14187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4A1D0BEC-C254-84D3-CAF7-2702A2A77E58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4EBD0B4F-6A21-DDCF-EADA-AC7CA98B976F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8BA5F340-BA6E-1F80-6BA7-B9F752297116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0BF20D5D-F2A0-8858-3762-DD40A64CBEB5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983D1367-8A8C-DB1E-6B3A-B58C5F1C79D9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A5DB56EE-7D5F-1E7C-F7A8-8B366A2A7B99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F849FDE0-1B97-0FD5-34CA-C5882BA23E3B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2E1D4D8D-1618-BD3E-318F-43BF6B0CA80D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5E0A12DF-C66D-CCC7-13A7-628A1359BB18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3358EAE4-FB45-D3DF-D254-D6E70C5CA0B4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C43ED80F-8835-4A08-D3D5-87ED2F957DE9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650E536A-914A-2A83-8304-11B619B8ED2D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93C657F2-8005-88EB-D9AF-D74BC4DCAF9E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CA7FADB2-E26B-D617-11F5-CDCCFB88AD32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2F348495-3DA1-050B-2224-1ECE1DC2267E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47CE4915-C50E-5A3B-3D6D-C9585BFF971C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6336D117-324B-423A-F7C6-BE6D41EE097B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B52055DB-BBCA-F0F6-8DF6-B0C4291C78EE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60A1721A-88DF-1577-7954-688385600AAE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FF0A2868-8884-B3B5-893A-623BF42948F5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89EC46F2-400C-BBEE-C20B-7F39CBF9947F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8813F0ED-AA52-58DC-BF48-9A18A9639A08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17A6A172-2740-28E6-1710-CC94A19693F1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FE6DA39F-0E8F-D7EE-AC72-F79833F460DE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8D386313-E0A4-3904-2732-CEC80D41562C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0D68C73E-BBFE-4AB2-B450-ECB42D7306D1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558D9AF8-1B2E-8452-1493-13B0D5CB05D1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AEBC4B29-D2FF-B6F0-230B-D6C7CCDA0597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4269B2BC-FD3A-DD2E-AC58-72A2DDDD0C77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C9314FDC-558B-2653-2064-435D8907D9F5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1CAEEFFA-73AF-689E-30A3-6EDC226AC847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72E2F9F6-8350-2428-5DD3-C6932DF630BB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9E2A5137-8B5E-ECBB-4A4C-E053E89340F5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756ACB99-1B50-F0CC-99DE-E13C3F9B2D52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2917E332-0D7B-A1F3-DFDA-F802B6483C08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2B71AEE7-2536-3D58-2964-0F57E58555D6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E4EC8A24-F099-89CF-0698-17875816722F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AEDD356B-EE66-A27B-50D1-D497F187E25E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EF9DEA5D-5257-E636-E0A1-D2F3F1D657AE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D4D9B084-5BE0-928D-A180-4243D339E052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CF0F7DCD-9123-FFA5-5BC1-F1C75BCB21B2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C0D6CEA0-F002-7A5B-2242-77FC99809556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F782160D-D3C8-E132-300B-F0706D5448A0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02C129F2-363F-4C8C-C29B-C44D5E0297CD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62A367FF-559D-EB7E-3279-156C40BD9EC6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A3A1DDF1-6EC8-1DC8-3054-3F5F4CC22230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108046BE-C06C-9EDA-74B8-D865659D673D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82EC490-36FF-0C56-4CCE-9E8E61676716}"/>
              </a:ext>
            </a:extLst>
          </p:cNvPr>
          <p:cNvSpPr txBox="1"/>
          <p:nvPr/>
        </p:nvSpPr>
        <p:spPr>
          <a:xfrm>
            <a:off x="3299377" y="1068473"/>
            <a:ext cx="10487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點擊右上角的</a:t>
            </a:r>
            <a:r>
              <a:rPr lang="en-US" altLang="zh-TW" sz="4400" dirty="0"/>
              <a:t>…</a:t>
            </a:r>
            <a:r>
              <a:rPr lang="zh-TW" altLang="en-US" sz="4400" dirty="0"/>
              <a:t>，然後選擇</a:t>
            </a:r>
            <a:r>
              <a:rPr lang="en-US" altLang="zh-TW" sz="4400" dirty="0"/>
              <a:t>Customization</a:t>
            </a:r>
            <a:endParaRPr lang="zh-TW" altLang="en-US"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30AA14-0DE9-8827-4A38-A63F9E40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51" y="1827392"/>
            <a:ext cx="12689840" cy="654895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D93904D-8CD9-1623-6275-253EE8E959B3}"/>
              </a:ext>
            </a:extLst>
          </p:cNvPr>
          <p:cNvSpPr/>
          <p:nvPr/>
        </p:nvSpPr>
        <p:spPr>
          <a:xfrm>
            <a:off x="13716000" y="2036033"/>
            <a:ext cx="822958" cy="805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486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A2E3C-9503-F893-4961-A2BB0575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48A3C635-DF5D-0F9C-1638-D71F28E812DD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3D4A8D33-4F74-29A5-DC02-3D2A003467DD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1A59A243-3D51-5C58-107F-58DCE378DC30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06393CBB-6386-3D35-697E-0A79778A350E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FC888996-F3CB-E747-A8BE-AC1978A02AAC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27623E30-F715-A60A-E3C5-7A0773C56750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2F833FE8-A0CD-9F66-B820-540A7EC14D47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8D4279F7-ED5F-FD27-9B04-6ECB35016D6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A5E60B3F-9A9F-4294-D8DB-0DE2CF4BC318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6CBDD853-1BAD-C1B8-6C0D-F4BF96F6FB51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73ADE09E-8419-1820-72A8-6AC92237EE07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FA43ADB3-3237-EDEF-487F-8D0E1DC0AEF8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90408E5D-BBA6-7C18-4CAC-77BB1FF8BFB3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5BA7ADB2-628B-C5B4-2700-84808270DE70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5D2A89A7-BE59-26B2-6547-2D03A2E72E0C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E628245D-9601-8D7B-A3A1-D2143D6F2167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E9F52C55-02F1-C64D-8BD1-FA5E59B0C681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D8D74108-80A1-9CE4-B77B-6FFAB41A3913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808E58A6-8B91-D41F-AC77-DE3A25D2672D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4124AE41-6D7D-D92C-1EE1-85ED6C71C541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60A67AFF-0E98-65C7-5BD0-3E10C441F059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34C315CD-2E63-C341-93F2-566207EAAB39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BAA3C1E0-A84E-79C7-7CD1-9C1AED96508A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4220B30D-1289-0A3E-3AEE-21E308574117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B4C990C6-7E97-5BC0-DA4A-4C7501BB9747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D0ACBF71-6EAF-9788-96A7-FA663696DC16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254E8900-5275-1991-B941-E7F170F16B11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24C5A5E6-2638-682F-CBD1-0B92143DE204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0A933170-C8A7-6428-A9E0-0D76F39ECE88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6562AE6C-6043-D05A-3115-11687F2583AD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255FC5E1-0122-2772-BD96-3FE2F763CB04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AEA0DFD8-DE93-E053-CB73-3B9750598D52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88E6F225-80FF-AA05-70C2-83819593589C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1E8632BB-4D26-DDE1-9C7F-2D8851AE97C5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646CF468-CF9B-054A-7DE3-4EDD4BCCEBE2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0FE42440-630E-9B8C-4335-CC655443076D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8A4F3B5C-E8B7-DD7F-354D-A6F764EFBF2F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27274E02-1231-5CA7-DC23-A435C21E1213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CBC45FE7-2848-96E3-A347-DB7D19B69BA2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2C729E30-C23F-C05A-C0B5-974A44394E46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FC98D5A4-71C8-9E20-32F8-11CB856114EE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210DCB0E-9D1D-4AA9-FC26-B0BB19708073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C4C91C8D-7436-DBA7-F06A-4B9A4F748B3A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079E76C5-EB42-03D7-CC0E-B295ACA95488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5DEF8078-BB0E-ED8F-4ECE-47A5AC5C1338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58C40AB0-0706-C00E-8415-FF772A6A1578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661A836F-6CB4-9B48-385B-07B865503989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95596D28-0F25-D4FD-FFEB-9440849E2160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05206D76-49FC-6665-50EB-2ED574092F4B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23A8F741-E6BA-3B9F-5D14-4ABEA33D0A6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DF6A9A15-3755-5EAD-FC46-7D70CB36D28A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F1806498-2029-EF18-7398-E8DEDDC53514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66B1E21C-0498-0796-E337-CD38A441C33D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07C85D23-49F9-DB76-476A-575E87069BF8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9C3D785B-E5F9-DCC4-BF25-534474DA4F2C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42E90BF1-1973-73D7-4CA6-BEBC9FE11AB2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EDCDD8D9-868E-FCD4-6348-FB8211D07F50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E0C06008-418B-00A7-B11B-0FE18F6F7A99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1779AF27-62CF-2039-B265-E0E14DA902F2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CC8DEFB0-F0A4-6A4D-5159-BC01549C84CD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B4E231E4-82B6-61D5-7AC7-71D123A58B5A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797033FE-9211-5C7B-480D-85F3F9861134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23B5E0FF-1FD9-4A80-13ED-8B1EB86AAD77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747050B7-1368-4BA2-8640-E42DA1EFD535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68094C6A-F421-9427-0F8D-23C18946FD4A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E255DE20-ECCF-57A7-C92A-BB121916B2DA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8027C8AB-B60E-160F-6929-AEF614A3FB6D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60D4A65F-EDA8-3C30-4491-3A417F74A9E1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AF12E2A8-BAD8-1B1E-1660-96144A66C494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04AE1B3E-C986-84DD-546D-CC12A88BFCF5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4B2B6B1E-266D-4D40-2AC4-79E4D8379AC8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163EFC34-7FE6-4E14-00DE-4B9BBB706ADB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938DE6B0-A45A-223C-0223-D779B88199F5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618D31BB-79D0-DE13-192C-FCD1BF89073F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242CF456-9F94-B809-8400-FCE0E5321EFD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F9E0EED6-FC58-62A1-17D6-1875362EE1CA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73DEEE6A-C6C2-A099-2AC0-806626C5AB95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F6430F7A-34F7-9627-371C-DEAF52442018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837E16C2-41C0-BFC0-B772-A17AD1AEE92E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99935D1F-0385-35C6-778E-CDD54BA75B86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EBC55F63-7A55-D6CE-F1D9-598AF49C6C16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A8AFD53D-C5D2-374F-1DFE-C25926A638D3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86ACA834-422F-96C0-946D-9EB79A55B0A1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5C05EA6F-2960-6DE2-D758-DAA37CBCB1FE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9C4E0C21-E2E4-9176-4E8E-570DA258BFB1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1374CFC8-9B8D-BF8F-19D7-9820812A7DF7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E44B2868-160C-0748-C8F9-62F38E81074D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29575BE5-3495-3556-BDA4-EFEE262D666E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18FEA2D4-163D-AFE4-C86E-87A5BA161FBA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8B564E73-A9E5-2939-14C1-EBA6DF5A6DA2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04B5C882-DF1D-0C97-3C05-3E40F28A6D69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4E9A6371-E21F-CF9D-D3C9-7F2AE2574217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EDC1D3BC-FCC4-1715-A6A0-2CC7FF28C8BD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8223752A-1456-5784-B8DD-374238364918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3F959B4A-ACB9-FE05-6711-C94D05539B3B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09ECE7BA-CE87-9E80-C9B7-DCF5410C72E2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9BCB99E9-6EC2-ED05-7F95-0288B203D0A6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5815F0F4-BC0C-B6F6-6C02-5700A0A09D72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4716EE74-1FBC-C023-8728-BD63941FB5F6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369B7064-15D5-8D4F-CA94-E99B8010EDA6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5C4AFFB5-3416-87AE-5D53-5657824CA332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6ABD3175-EE3D-527C-CEBF-4CFA66E84339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4EC4DA17-8222-F127-DBA9-0713D387230C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BDBC7854-95C6-8EEF-D5BD-85BA11645D74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AF861F63-426C-2312-5635-CEAC47BC91CF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A26D8550-2BB0-AB3B-5E04-58D1A7C885DA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ADB1C550-0FBB-5F36-E6C4-42B7CF63BD6A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E354EB5C-8D9A-4B41-7EE1-A37CBF5852B7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551DEE5F-7560-D76B-AFA4-60769503C199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FA561F4F-1019-8255-2CD0-FD67EBD61225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007A74FE-FFD3-C86B-866C-377E6E468F2D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A726F274-E243-246A-0852-E472ED23D820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9589EC44-F3BF-350D-CA5E-6EAC8C76377F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0945F338-1672-DD91-64DA-99B0BA236BB1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C16B2C6C-09DC-C12B-6690-0A8C218469DE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E85CF44E-5051-0D5D-3920-06ED37902FE6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A29D8D75-54A7-F99E-C095-F939C3DCA527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D1474741-7A7B-1CBC-6452-345C41699765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0D27E549-30D7-64AA-EA32-9625E7273655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37A242B2-75E7-3722-9A5B-D793032C7E58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BD79C94A-C914-449D-9172-2BA434AB1163}"/>
              </a:ext>
            </a:extLst>
          </p:cNvPr>
          <p:cNvSpPr txBox="1"/>
          <p:nvPr/>
        </p:nvSpPr>
        <p:spPr>
          <a:xfrm>
            <a:off x="3091097" y="971639"/>
            <a:ext cx="10487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然後點擊，</a:t>
            </a:r>
            <a:r>
              <a:rPr lang="en-US" altLang="zh-TW" sz="4400" dirty="0"/>
              <a:t>Global</a:t>
            </a:r>
            <a:endParaRPr lang="zh-TW" altLang="en-US"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973DDF1-EB1F-D37E-5B03-A0721B379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741" y="1841369"/>
            <a:ext cx="12001988" cy="638823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C74AFC-40B5-AB56-5D7D-4D38998E9F44}"/>
              </a:ext>
            </a:extLst>
          </p:cNvPr>
          <p:cNvSpPr/>
          <p:nvPr/>
        </p:nvSpPr>
        <p:spPr>
          <a:xfrm>
            <a:off x="12867171" y="3032759"/>
            <a:ext cx="747230" cy="4914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143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E11E2-3158-C259-FF99-A293DFAC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022874C2-7665-FC72-9ACE-732D59F8AC14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8556909B-318D-8CCF-208E-059F2C57D8CB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2104E2C8-600B-1782-DF9E-8F0022DFCAFB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76774D86-04DD-9294-8178-8515AD558300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68A91F65-B995-0CBB-75AD-45A2982A2151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6BBCB228-FC9A-9D85-9B78-653F4898C242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9E1F734C-BAB9-9338-9049-D9D662226995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CAA12A24-7A85-6A09-2297-E933C597638D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C5017420-EAD4-B78B-B65A-469333BF8E15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E0CE600F-CAA1-2CF3-5EA4-7C18760A5B9D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8ADC5A6D-5090-7840-6DDB-7AC236A09B25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85D318EE-8A8E-DC94-0CFA-F98CB936793E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189AB5D5-264F-8924-0B59-E66A0D857FE7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AE5DF349-FC87-1DDE-7C5E-1520908CE462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FAB2FFD9-287B-AB4F-54C8-795EDCE8A5CF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69F627DD-F4F6-FE07-2E3C-26193BBCF2C7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6A7701ED-1A95-8DCF-0C22-C877C6195012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0DD412E9-B836-AFA7-3A80-C3328CF58F48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5F0149B8-28D6-09C3-C71D-E62A83223897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0A62B89B-ED02-1092-A860-8AC035134845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FB293BF0-A63B-7FB2-29CE-D1DD29D9E17C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F1A4A0E1-3699-BCB2-0D88-C95F49CDB05F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5ED574D6-6B58-2950-EE8D-0C23E4D720A1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9E19BF30-A901-8835-58D8-DE10B89811C5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CDF11BEB-2815-757A-4D75-5F34AFC4B55B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95EEA2E7-CD54-FDF8-6A6F-7C610D7B0459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9DE0D8F2-1910-8775-3340-D440D4F3A41E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9F67DC72-2E48-F409-CB07-7EF579878EAA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0B6BF877-4BF5-927A-13DF-020E673F4313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E016EA2A-50AC-1A0C-7E7F-819B3BE999E3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A7E8AD3D-02CD-7919-3129-7BF2B39C7192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CC8555D0-0568-EB42-D52A-C8C3A691499D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BF31B14E-23E5-031A-6698-4B4EA5645EF2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A709E9ED-9E6B-0ACB-A290-26AE8149594B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F5F87B1A-B295-DE61-E100-DC2C9BF3631F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B352F98A-B9A6-9732-D72D-582CA0739153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022E2B95-636F-F7A4-6B4E-D7794FCD73F1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986D0EC3-1D73-C387-044C-6D77DA2FBCC1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4889401A-CA74-122E-B4C6-5362262E12A1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3D71C007-51F5-7EE1-9E14-2ECC9003556A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EB02B272-5609-0475-1B55-34A2137F7C10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8DEF26F1-22F5-712E-03D4-C7BD9FD70CF0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7A2FE618-3617-40F3-2CF3-4AF15D6A552C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39EE2526-114B-ACA2-8017-CED28F4B17EA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27D91667-0EF4-92C5-BB65-110AE5ACCEDF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FA6B7401-AD57-D42D-ACE9-98562F9FA165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C1A79F06-239C-0304-453A-F694E09C73B5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0D976BC3-19A8-2E4F-EB08-CFE4F3F61DE9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83714B9F-9658-6BFB-9C33-FF7C68C5111C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3EE8D077-9586-7751-B4CB-4F2D84FCBE22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18010E31-3637-CF6D-111B-284BB26FA8D4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EA8571F7-2488-B2CB-CDA7-5B34AE236AAF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CA755AF2-B35C-CA19-69CB-708DEE200212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EA1274F2-0E87-8870-6C6A-D050A6FF888B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9400E502-EE33-4595-C557-E334931DCEAA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B487C9ED-12F4-B4B3-C117-626D73251D3C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AFA9442E-BD4D-D6C4-B369-AC3C4792D5A1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AC052071-CE13-A836-00C9-1E18B4186DB3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BDB34CA6-DB52-718C-3E32-D028A7E36EF7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74928121-818E-B9CC-E19E-A3B749A5B21D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AD4E1494-01D1-B4E0-6D4A-9ED787497002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F617555-A625-EAEE-0463-5506581F710B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FD74A47C-98BF-1817-38AF-3FA3E835588E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4F36B9FB-B6DA-9284-CD9B-AA5C56418A4A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E5CABB85-0CF4-16C8-3B42-B741B4921337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640D5E9F-98B3-F4FD-D1ED-746D79E9990B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EB973B01-75BD-5DD7-C632-AA0C82576BCB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AB72BA52-E1C3-49ED-FA06-6A9D449FDFF4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C91B9B57-30E3-4111-0853-C727DC1B1EC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1C6BE3D7-C96B-03DF-0A55-5FCC21601FA3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D4B4E350-7F2C-CB3D-822E-D04AF738C59F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2F33088F-E374-1437-4079-BEB7575BECA5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DF898574-B0FB-D4F3-553C-83CE0E87654B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9DC0C408-4A02-9107-668F-464AB837B000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D8526E4C-043C-4E53-6120-717E042604DE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F9DB26D4-12E3-07EF-55C2-8CCEB7F97F16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603077BC-E0E3-4C83-C2C6-6C85B65F4188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0E105D0F-9CE6-4F3B-2642-685492BFB2F8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374BEF1B-E331-6C62-EA39-A88052D627FA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E9E910C0-7B87-98E5-931A-F791200E77A7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DB0C37FE-6E05-0A67-E6BE-E5AFD8112FFA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01A3754A-6F7C-F918-91F3-A6B8A27B38E2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85E68AA7-1CA9-A6AD-C162-41782D94C486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7D5035DD-C705-0F3F-A127-7C696840D3F0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C19DB934-187E-6E5D-3EBB-EF590D5C61AC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EF61685C-EC35-721C-7528-8E4335D86790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6241313E-3450-8C14-EA48-19DD1D1DBA48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946CC99B-2CC9-1A9F-8DAD-0179B579D46D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AA09B348-E81F-E98C-1EBD-20C70A5CD276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14B84F57-E4C1-D5F2-824D-35EF633CA18C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3421B5D2-395D-0AD3-1A89-05114920CEA8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6A42863D-E5BB-5DD5-06D6-3A8EA91E752F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7B59157F-20C3-FCA7-42F0-000AF25ABBA2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EB7E3308-9ECC-A3C4-5FF5-B003FAFCB539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4DB3B958-68EC-D04C-AA9A-C8FFAE16FA1D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0F25A267-DDE7-EBE0-DA19-6AE9AD346871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485C8352-DBB3-0C9D-021A-7D079CF34482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157C1E95-F69E-17A9-8590-01D5928DEBB8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7C903495-4EEF-CB34-7AC3-F8D27A6DAC6D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FB12DA20-4658-F659-5D56-7CABCB8F2C80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2AE3EE70-38DE-F433-329A-6B92768AD8EE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30A1B6B8-5C3D-C590-A2A3-EB3CE2666B09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F441C412-BF12-6461-8D72-186B57275976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5E490F5C-9BC2-6BA3-6A19-134505862E6D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58E9203A-A5B5-538C-E6B5-1CB8495FD059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45ABFD93-4D2B-124C-AFC9-9E220F5C8649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05CA91FB-0BE6-0135-BFC8-7C0CFDE23A65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ED1BBB63-DBF4-AD90-6715-EFBB07A75E8D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7410FFD4-E94B-F01A-D709-753F26AE2ED0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F9365D3D-CC7A-F8CD-25FF-D2634345AF23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251BFE8F-04AC-F225-00A3-2F759D9462AF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1370B25C-F023-8501-6653-49EB5104D9C2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646E1A14-8816-DF8D-0AFA-3C6C62F4ED9D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22FE4462-F1C2-93F3-46CD-51253EA46813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3BD9CA16-21E2-4567-907D-B0132B322850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B1DE9534-2C3D-151C-7FB1-8CA7F066E7AE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9AF8863B-0DA1-6CCB-C4B8-AFC6760CB98F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5DC58816-1EAC-AD9C-045C-E75084EE6D20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A446ECF7-FD4B-7545-4432-15A255F0369D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5250F57A-80E3-BF5D-7D8F-4ED0375F42BC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ED86EDFF-C6D2-C72F-5EB8-171D14ACA277}"/>
              </a:ext>
            </a:extLst>
          </p:cNvPr>
          <p:cNvSpPr txBox="1"/>
          <p:nvPr/>
        </p:nvSpPr>
        <p:spPr>
          <a:xfrm>
            <a:off x="3172221" y="632042"/>
            <a:ext cx="10487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這裡會讓</a:t>
            </a:r>
            <a:r>
              <a:rPr lang="en-US" altLang="zh-TW" sz="2400" dirty="0"/>
              <a:t>ai</a:t>
            </a:r>
            <a:r>
              <a:rPr lang="zh-TW" altLang="en-US" sz="2400" dirty="0"/>
              <a:t>遵守</a:t>
            </a:r>
            <a:r>
              <a:rPr lang="en-US" altLang="zh-TW" sz="2400" dirty="0"/>
              <a:t>GEMINI.md</a:t>
            </a:r>
            <a:r>
              <a:rPr lang="zh-TW" altLang="en-US" sz="2400" dirty="0"/>
              <a:t>的提示詞，而我們這裡使用</a:t>
            </a:r>
            <a:r>
              <a:rPr lang="en-US" altLang="zh-TW" sz="2400" dirty="0"/>
              <a:t>cursor</a:t>
            </a:r>
            <a:r>
              <a:rPr lang="zh-TW" altLang="en-US" sz="2400" dirty="0"/>
              <a:t>內部員工用的提示詞，將</a:t>
            </a:r>
            <a:r>
              <a:rPr lang="en-US" altLang="zh-TW" sz="2400" dirty="0"/>
              <a:t>cursor.md</a:t>
            </a:r>
            <a:r>
              <a:rPr lang="zh-TW" altLang="en-US" sz="2400" dirty="0"/>
              <a:t>的內容，貼到</a:t>
            </a:r>
            <a:r>
              <a:rPr lang="en-US" altLang="zh-TW" sz="2400" dirty="0"/>
              <a:t>GEMINI.md</a:t>
            </a:r>
            <a:endParaRPr lang="zh-TW" altLang="en-US" sz="2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E33FEC9-D57A-ECFD-055B-6AACEDBFB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15" y="1612141"/>
            <a:ext cx="12740905" cy="67791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1743A41-BA4E-4E18-C38C-1666B365D584}"/>
              </a:ext>
            </a:extLst>
          </p:cNvPr>
          <p:cNvSpPr/>
          <p:nvPr/>
        </p:nvSpPr>
        <p:spPr>
          <a:xfrm>
            <a:off x="2435151" y="2620260"/>
            <a:ext cx="955041" cy="2133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FBC544-4F97-EE0F-BC4A-70B4B2426278}"/>
              </a:ext>
            </a:extLst>
          </p:cNvPr>
          <p:cNvSpPr/>
          <p:nvPr/>
        </p:nvSpPr>
        <p:spPr>
          <a:xfrm>
            <a:off x="4394203" y="1796671"/>
            <a:ext cx="1777997" cy="306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20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44566-A2BF-E550-F2CB-8CF84DC5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D43BB24E-8A6A-4CDA-2534-B1A4939202F0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7E535EB8-D68E-83D8-A98D-FD38BD77A6E8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43A478C-B168-CB27-33F3-52E7B3670829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0E660459-BDCB-39CA-43F5-41744D0FEFD7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81DB13C1-20C1-4C21-A455-A555D8D719A1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C617F91C-E668-9469-DA69-70FB47903A7E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6C71BD2B-87D7-A578-FCD4-F043DE4D3FFD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1793436C-8572-2AB9-6D62-BB8FE1BAAB93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458F0657-0C35-EE8C-C7C4-81DE7C21443A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7D88AECB-5036-2F18-D174-99BF15FEA9C2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AA46271B-B760-618F-E670-D085C9D11DF6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BE728EFC-07C7-89EE-4B6B-ABCC46FA94FD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82B071D0-C5AF-01D9-22BB-D91E9DA8F3E6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0EA55571-9A87-93F1-CB87-9E55C135ACAD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1B9852A8-C169-899B-549F-E910AC03A2CB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0CDF2B5D-53C7-E6AE-4378-6A88491EA78A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559DA7A1-CDD3-F2F8-4B96-9C90BBB9C466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2234C759-6D98-1B46-EB9D-CF66BF40ABA1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F39A70A4-5945-036A-EF99-FB5F8BA7B327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FCD5DD1F-2E81-8E77-128E-B826E2829640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96FA116A-848A-FEE9-76F0-0CE3F086DAC2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F6AC6572-DE18-E48C-2515-BCDD01727777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46F65E99-6D50-C737-E2B5-48525416934A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903BEA39-C729-966D-A7B4-6CE67D1D5E88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2009BDAB-E085-3427-BFC9-1ADC70C7ABA9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BE3EB682-4D4E-EDE1-C28D-22D8D6539948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83A91619-51CF-3AB8-0A93-45DC9CBE0696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A8FB0E6B-4AD8-24DC-DA84-9830C7D181FC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6A41D72E-40E6-5A8E-5618-B87CD1E4A6DE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D586159C-5F5C-EE48-6AA2-32C0A6931D7C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863F680A-B93F-76C0-D11F-134DF0255476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9E234A0C-B7F6-868C-3548-A2041FD5D89D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B76D59DA-5C50-BE56-1369-22D46C5ECDA1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932B9E9A-7E8E-ACEC-767D-D81C03546215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DBE0D977-DBF3-46E3-E91D-855C77EAAC6F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C487A8F9-19F9-38A7-4554-F98962CE4816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8B46AC8D-B236-759F-FF2A-129BDF90B148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8A672F0A-17FD-89F8-A290-62E9D33BF581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417F33E3-F7D6-D0B4-7C84-791FD4070E25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EB67A326-EB62-39B8-01B1-266AAC06AFCC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A3C26618-F0F9-9034-B6C0-EE90486C1576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A1965B29-AB65-68E8-C816-1AF8B2C0B8C7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9044B708-8A5A-CD41-7FB0-BCF6FE5633DC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45CAC6E5-47F0-9B24-1C4A-933F6D74CBF1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75544C5B-B51C-D218-146E-CA555790EB62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60F49D78-DFE5-C890-E3B6-15B56DFB7AED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E7ABB82E-F682-1CB6-2F7A-B9E0CC2AB0BC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6AF72344-59CF-0069-914B-1348CD01261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6CD0045D-690F-6396-D9B5-CDD1AD70972B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53B3B487-7468-D5E5-EA69-23CF150E8C52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4EEE0A93-6716-DFDD-FEEE-E413B7DB811E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7EF47062-B384-62E8-AF64-3D1535424C44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7AC9FB63-ECDA-87CB-39ED-561F477D8F49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0AC74711-9E78-1E0B-565C-04476C050BB1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72027DC8-4596-6DB1-E72E-A992AF9F0B0B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9ADF1407-6ACB-48B2-2DDE-09DA866CDDB1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501D4C42-630B-F8E5-1DBF-667F2B993A4D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B616113A-A827-6154-EC4F-9CA7095BB330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B2C3D26D-2501-9FEF-6B55-82340DC378E8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3D432C17-26C0-BE13-10C0-2DE0692014D0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7DCB4964-9180-A569-C9B0-A0CA4CE73CA5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8C6C571E-394A-9AC8-C80A-60ACA0E44D7F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0A760132-B41B-74A8-E3A2-D5B66211DE96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A11256B6-1F35-060C-1681-1FAF37F05262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D5D64489-5537-2326-90D0-2D924CED94C3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F370701F-74E6-8816-126C-89A6A67D70E4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50AADB78-EB26-DB61-9C28-E066C189DDE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34C6F1AF-7FAD-CDD0-8915-FAB513A97B45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5D2F94B5-C4DA-4812-5533-A93CFFFF9E2B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32149A2E-4AD3-B5EF-0339-B6BDF99772B6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0F0C4EA9-90BD-A648-ED05-BB59338E692E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AAA04E37-86A2-8DC0-22A0-1EC2BCB78AD9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AF2521C9-685B-1C2C-9B4E-DF1705DC6A17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25264A77-FA6D-CBB6-6F8A-E0AE83D63F68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D433F508-4F87-A128-C02E-7A4437BD15E2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CD927814-BE22-E3B9-E73B-68EBA227ED06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0606A5BB-4581-16BE-0D72-B4F483BD4695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2FE60729-E2C7-50EC-E073-2884A015E9A2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CA8DAB2C-EDAF-54DD-E9AE-A8BD85C3DF45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8673573A-650D-3AAA-1437-BA7394877BC4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943B8EB8-5A58-51DC-A20C-8589354D759D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3816EA2B-A47F-203D-08AF-26E49906986E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4834AE08-1EBA-E0D0-D2AB-D0F917F6047E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3417CB6C-D88F-0D47-81E0-9FA81F380657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F1B950B5-27EC-23FD-3AA2-07C18784FDA5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CA71D46D-4044-6CEB-3457-37EB43967618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2119A26B-FFD3-2768-88E6-7817B09B75E8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4B062BC2-74CF-0E63-F118-E432D9AB7F92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2DE366C9-576B-ADB2-1C12-77BF53B6FD19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3CE7D560-607B-D1BD-4916-D512CCD16AD8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FBA95738-16DD-8AB1-6023-09DCA947A224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037EDFC2-2189-55EA-6FF8-6156A466335B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E143BCAF-B681-00AF-79D3-089F3ECF6AA4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FDC6638F-0325-867B-3025-EB5AAC7F53F0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E407A627-9D7B-6B2B-8D70-0E2B8903D67E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06ECD61C-19D0-1D14-96F5-D4B729117F40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C187D1FF-2452-04B5-F11E-3EF1BE02C0FF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AC8A8ABB-0103-961E-4E23-3D91B1C93AC6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6390F9DE-2BF1-228C-0A87-C6E592BDE676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560B7123-4C9D-424C-2329-2BC495AABA34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9AD1F6B8-26C2-94D8-D7C5-B79DEAC8CC7F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279F4FD3-65BC-ACE8-6DFF-506FF95A7C4F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0DFD363B-6BA4-DCD5-AC0A-7D4650FFA0C0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7C75C5ED-E504-BE98-624E-E6D764E4C151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4B3E3657-9297-D840-1842-298D9C725619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4C9350DE-3FC5-612E-6E1E-46A1CC69946B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2FFEAB99-7E04-05CD-062D-0DF7CF2F6B22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101E0858-F094-66D2-E70B-A869FF453866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EA31689F-A9EB-F9AC-49A9-BDCBC5CF48A5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A92A3230-C2CF-C7DA-080B-DFF536F776B5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89ED1DFF-0597-F076-539E-10247D935675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98CB87C7-772D-3634-3C10-A677BB94CCFD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DE9C53DC-F8A0-1A14-57E3-DE2730A71FA7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716AC0B7-B2A9-53EC-231D-642995C01729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BD7A9500-2C23-4DA1-A995-7CACB08EBFDC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1B67CB97-2EB1-B605-F9BC-8C46D5CA85C1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A0AB708-0CC9-FE06-8843-BCD64C899AB3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8DE40265-8BE1-BA68-B1B4-A2D576C44D84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B2BB2999-330E-0DAE-177F-0723266351E8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1EF1545A-CFE9-A1B0-83F8-AD745335594E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2F7C100-F659-84AE-0C7B-621BA997F76E}"/>
              </a:ext>
            </a:extLst>
          </p:cNvPr>
          <p:cNvSpPr txBox="1"/>
          <p:nvPr/>
        </p:nvSpPr>
        <p:spPr>
          <a:xfrm>
            <a:off x="-544048" y="1129129"/>
            <a:ext cx="1684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到</a:t>
            </a:r>
            <a:r>
              <a:rPr lang="en-US" altLang="zh-TW" sz="3600" dirty="0">
                <a:hlinkClick r:id="rId2"/>
              </a:rPr>
              <a:t>https://aistudio.google.com/prompts/new_chat</a:t>
            </a:r>
            <a:r>
              <a:rPr lang="zh-TW" altLang="en-US" sz="3600" dirty="0"/>
              <a:t>，申請</a:t>
            </a:r>
            <a:r>
              <a:rPr lang="en-US" altLang="zh-TW" sz="3600" dirty="0"/>
              <a:t>Google Api Key</a:t>
            </a:r>
            <a:endParaRPr lang="zh-TW" altLang="en-US" sz="3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DA1A55-6A73-BDFB-A84B-6D64AE58D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006153"/>
            <a:ext cx="12212321" cy="62234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4DF825-F752-E479-F46F-D5EFF2ECF0C9}"/>
              </a:ext>
            </a:extLst>
          </p:cNvPr>
          <p:cNvSpPr/>
          <p:nvPr/>
        </p:nvSpPr>
        <p:spPr>
          <a:xfrm>
            <a:off x="1978250" y="7391400"/>
            <a:ext cx="1092200" cy="312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6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1272F-9874-311E-8A0D-CAD69B87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926BE84F-46DA-C4A2-8E65-8327E0AD960C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3129B0D5-C0D2-5AAA-F8B9-224C529A878A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C489EFC5-92D1-D4BA-CE01-BDD065BF9ABB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45D7EA96-01B4-769F-0451-646A8236279B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6B277402-155C-43BF-3BE4-FD3A7A2E8FBD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DAC9F0B5-8D86-D128-BD23-6797B714F46F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2A3C3AA3-F1B7-72FB-37E6-B3B50BD3D689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03C72FBD-794B-8D56-CEB1-FA97E6F6B82F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629C5B5D-6FE7-EDB6-5A51-72143A532535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355FF9F-07F2-4CC2-E88E-B59CDBFB6EAD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21097D83-5902-4057-801A-EBEABADE68AF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51C92382-A72B-DF01-7DBD-4C87F9D3BFEC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2250BC34-455C-C8A5-2A9C-F429A75DAE85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9260C8A7-DFF8-2F49-A16F-AD3F780228C0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585A342C-66E2-4828-9963-86A9AD0C3DA5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61E5FEE0-E518-EE19-5578-C307548725B4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FE79342B-D330-BB3A-B67F-1DEF20E33F0F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17162A87-157E-7A66-DC48-FC0A84F99494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5A3540A1-2C36-EC30-F9FA-6DEC7C68A8BF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6027C3C1-7743-FDAD-1ACC-CFE819A75E27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D119450A-65DD-CE16-12D1-64D2D6A0091D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9E5B45A2-9236-ACEA-B0BA-60BE3B1FBCB7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3E691072-198C-9594-751D-160D5E40E75C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C63047D4-FD04-5700-D270-D4A6315D6A20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FBACD52E-ED17-38BF-BF00-CD90B7C6A6BD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30BBF07D-6F3D-E387-1C07-7AC6CB3D7261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87626DD3-C4D7-B4F5-A80D-C15DF9EAFBCD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97AC196B-784E-315C-21B3-E7059CDD7F18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961B692B-BDA1-79AB-71D8-4FC618F814A3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8CEAAACD-34AC-BEE9-9064-EB1CD22CA40C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DDBEC589-581E-A0E1-2CC4-EEBBB3BF50CB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B1706CE8-9D42-A59A-2F2C-835C80696748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9A44B674-24DC-DC21-34C2-D8DEEF516BA4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7790FEAE-188F-27F2-F5F5-7B0D9E4C877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1E5ED1D0-4113-7768-AC12-24E9B716E5F7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1B16CF2A-8F2B-9227-B8F4-77A22FD96660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561B454E-B693-8A17-58DC-AFB445B48A06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A3CBF952-9366-B532-8C10-C995C36DC958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27D07F21-DD9C-42E6-4515-5DDA8F54FD43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A13AA601-9FAA-12F8-F861-B2C706A8D64E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E960E78F-3759-6CB5-78D4-76662A0FC805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BEA3F43F-C89D-1168-27FF-8D2AFF365405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8A3FF1D1-311C-8AFD-2085-7A92D7EE0B19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72F5FB9E-9B65-6B29-B371-82048ED9E3E7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65D5EC50-C568-11FB-AFAB-C88840F5520F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E8088FC4-6F8A-A9AD-7030-6BD6F5BFC076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B15B240A-5930-9AD0-3041-4DB2D0430FEF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14DB6475-D6E4-E2AE-95A8-681CE680FCA0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13C949EF-1782-A580-68F9-889C744C7F0F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E4A829B9-9560-8E5A-A81D-2104085113BB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BC23C4A5-51B5-92B3-444C-2C7A2B2C13F7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BE3D03F5-8D10-27A6-17F6-859322DCAE04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847607E8-1CB5-C87B-D8CB-82C68E1FD118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CD7741FC-CE75-A82D-8C28-C93AEF465E7C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A183A4C8-EE0A-5AC4-8E32-FE9B17BF216A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C513807C-C5D8-C7A9-05F5-0C2884E1AF13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9E994C3D-2B7D-DE37-789E-21CA3C6BCF07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B5265B5A-0DBE-977E-C207-9D03FA6469C8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86CC1218-9DA4-D67B-343A-E91EF97AB65C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F28529A7-149B-27BB-21B7-6324CEBB8D7F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2A82C3AE-8934-A7EE-29DE-87C1832797BC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12CC5E06-A49C-CDAC-0DFC-00FDC0CF5ACF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465F4021-53A2-9B35-6F0A-BF9088C3CDFF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66F16246-5B02-0865-C9EA-6F0FF3071863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B487146A-98C6-37A1-751E-A8F9BADC9B5E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88CFA30F-8727-C886-8DB2-7F656F48108D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4F8E1F7F-5B92-F92C-8359-B342E203676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5B2E56A4-44B7-3A89-75D2-C90A384C2F4B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EC90A4E9-D451-1A63-6927-23FB7894607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7CB60413-BD3D-2DC7-7249-64D4AF95C524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E6EDEA05-B164-205F-2D34-68EE902EDDC2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71F46219-BF23-A1FE-4D76-366F6F61BFEF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103C7C3C-9827-EF27-889B-CFCD8289C915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298F4C14-1183-ACCF-FD09-F8D488D165B1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224C8C3F-4CCC-C377-2CD1-BED0C3A0E739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4680F990-1E8C-981F-340C-72CC7E7C9D1F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F97E0ACC-6E1A-1441-F1D9-5C56380FB47D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3DF13547-F229-195A-16BB-6027ADF25EB5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8218D678-F626-1F9B-EFB6-51DBBE482CD1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7AE29F3A-3B48-CE07-965F-21532316D6B7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36BEFA9D-482A-4271-617E-326F1B0AB71E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818AE41B-F97F-4853-1E69-C5BA1B8CA3CF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EFDDB35C-8642-5FC7-21B2-8D8542803E41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9E50120C-7260-CAAC-E652-9E14F1BD7AAC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04338E98-4DAC-13F3-2933-9821D14DE731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C3C4FE25-2882-55CD-57FF-1B352F3D09A1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C0454B72-9942-4629-75A1-E4BA8CC5CBFD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C2F6CB8D-67C0-972A-B0B8-2D96F30601F0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D664C493-95C5-160E-8BA2-D3B74C6097D8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CEBC04F0-58A3-4F9E-0360-E403C21CF34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20412B22-D6A3-0927-59EB-E6B899B94EE0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0912DD39-B904-72B9-C7F4-D7C51277BA80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558EBA3E-D946-9DCF-3693-2A4AEA393CC2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C3B11701-70B0-227F-AC9F-454D8373ED8B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869FF358-6DD2-8E98-0545-730ADBE9FCD2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E207FCB3-F701-4B2A-115A-76690C58F53C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B702CDCD-F404-C3B1-9B19-3EDF99E4E0B5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3CF885B0-78C2-471C-BEA4-B0C061F1ACA3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FE1CAFDF-4D8B-5775-D578-B669383F82CD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E9276360-F680-B157-492A-1E4B3A8F394C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46BA8CF3-67EC-425C-5A9C-7A951F7DB6B7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F38F39D4-7C36-2992-D91A-F69AD5288865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55BC61E9-468C-B913-C606-DA968DC7114E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3738B8FF-A3FC-0262-B88B-C269C0BFA051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7C8DF77E-BD60-2BF4-E319-686648F90F91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18246354-1C45-5000-2746-6222A9FE9163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AB72A1C2-1D00-BF55-1DE1-28052CBBABB1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5811F32B-1B68-2605-A5F4-D4B07A5452CE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067D8072-3320-D9D3-AC35-B6FC1B213F4F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545EC3FA-151A-E1EF-8CB0-23073E9C6D2D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9CACCB76-0661-76E0-6DA8-3611195C79B3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0D928036-A0C8-0A5A-26CA-F9C308C7BF7B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9D44C184-2C1D-4203-7AC4-A2AF7DD58308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41952823-DC71-368E-3BD9-6B80ABC7C1AD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B9C3CC4D-86EE-C0C7-7076-6C155D71A04E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9AA29493-0F46-9FB7-B3E5-7669D57DCADB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36A96002-58F3-24A2-8BC6-9CE32691B0E9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EBA08C51-EAC0-6304-BBA3-EEFE1116B103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55AEED70-E6AE-E527-7C7B-A64C62F9A70B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41FEBF44-14DD-A7CA-42E4-1A1D58DDA5F6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566F721-10F3-8C37-DA86-0B98C3100F56}"/>
              </a:ext>
            </a:extLst>
          </p:cNvPr>
          <p:cNvSpPr txBox="1"/>
          <p:nvPr/>
        </p:nvSpPr>
        <p:spPr>
          <a:xfrm>
            <a:off x="-544048" y="1129129"/>
            <a:ext cx="1684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到</a:t>
            </a:r>
            <a:r>
              <a:rPr lang="en-US" altLang="zh-TW" sz="3600" dirty="0">
                <a:hlinkClick r:id="rId2"/>
              </a:rPr>
              <a:t>https://aistudio.google.com/prompts/new_chat</a:t>
            </a:r>
            <a:r>
              <a:rPr lang="zh-TW" altLang="en-US" sz="3600" dirty="0"/>
              <a:t>，申請</a:t>
            </a:r>
            <a:r>
              <a:rPr lang="en-US" altLang="zh-TW" sz="3600" dirty="0"/>
              <a:t>Google Api Key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582DF48-0D93-AF7C-2832-8DDA750A7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719" y="2179786"/>
            <a:ext cx="13299437" cy="641557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8EF70C2-1CD9-6C26-DB0A-29BB5A04C833}"/>
              </a:ext>
            </a:extLst>
          </p:cNvPr>
          <p:cNvSpPr/>
          <p:nvPr/>
        </p:nvSpPr>
        <p:spPr>
          <a:xfrm>
            <a:off x="12827001" y="2895600"/>
            <a:ext cx="1366520" cy="423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821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BA38F-9C82-3C72-141C-8B44366C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DD94A5CE-A699-67EC-271A-041949297B41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85B6991D-7822-58B9-0DDE-A2CFBF85714A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EF344E26-6DB4-ED29-C367-6A8CC501F8F5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7BDCAE17-C84D-8AC4-DAA0-F613A905D7AE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B118E5F6-53F1-59A1-E9CC-AC205BDD279E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DC716115-7509-E0B4-0540-DB0FFFFD3185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3DEC24AE-9183-9909-2C30-C751581CA98B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569B732D-34F5-E059-2251-4B6490772B99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5BEFD780-4473-7EA4-04A0-8142A3957F3D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F2520E93-858D-E7B8-1298-D15A46850FC8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AD20F111-F71B-C4ED-69E1-3AA056FC4E54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FC6778A6-CA58-8AE3-442E-D4EE44A102B4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F663BBDB-A1E3-E334-6103-43C8A082C2AA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95783B97-941C-5A44-6090-9BA522A9DC3A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689B51BC-7E47-74A2-2D1B-FEC1746C1BDC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8003EF46-D5A8-6D81-C07C-A7D25124E4AA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BA45D6EA-A914-F366-A3B7-A8742D9690FC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68621347-48C9-B57F-1886-9FFAFDC1A588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8F7AAB64-095F-8BF5-8935-3FD441F42EA8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D23791CC-7D29-96E5-B0DF-16593105AC63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C1A3AC2B-0096-A2AD-BA2A-E098A12978F3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D1AA2B94-3984-FCB2-D302-086DFA59DD31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DCE63597-BB7F-90BE-30B8-37377C15B895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340547AC-8860-9A80-AE5C-C81EA1FC97CB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07066D4E-5C52-1EEA-C4AB-28F4065317C3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EF2FD215-E11F-F4A6-7C7B-6952FA0023D2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AC3C6630-FE85-F88C-7E9B-2C00272325BC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713705F1-D95B-EA88-B98B-2EFD4BEE1E60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535DD6B8-8A43-D850-E44D-C0A35BB218D2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3FA99B4B-2CCA-A746-82B0-D490B076FFCF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3BA46C71-21D6-99E1-5C45-006658EE1D18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85AD7486-46E6-F8FF-306A-62517408E390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940D92F6-5AF2-3AFE-7985-6ABE57DDEA39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35337AE7-79EF-E5F5-4433-5A3D381EDF89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13A3ED3B-F095-FD5D-BBAF-C683E4C626E9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FD2D6DFF-162A-B528-12B7-9D54F7BD3F3C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B6DB0859-C7C2-28AC-8FA4-67C4AFB913E0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BFEAEF34-B6BB-F46F-B867-48685FB68CB1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31C9513C-A17F-C7FC-81B9-2F35186AB363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834192A5-D8FD-D4C6-DF3C-9169DAE4B4BA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CC6942BB-BA0F-F46B-04A7-A33E4B0B1D2B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0AFB37A1-3EC2-20AF-77F0-111A0BFE8285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4D2C9DDA-A2DA-3F24-7F7F-C17E2D57646A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477C6C70-9D5E-735F-8B21-2F855A17DAA9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023A9497-96CD-DCA7-BECE-D9AD658CB426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A88C8536-3649-CDE1-18D9-CED1266E1AFB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0D2B9216-3891-FB78-FB76-7EABF53D75CE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A31FBE7D-49D8-0569-B0A9-753692369325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DB967DDC-ACC2-E15F-0E51-7E8A5324DFA5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E304F916-0D0F-8645-3D44-31BADCB6A6BF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C6DABBCC-AFF1-9B78-327C-1454DE7EAC60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0FB05262-08E5-F0C0-04C9-93306D52B75F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F610F630-4F84-7B4D-C6A8-354E2B5E0FEF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5CA6E853-A515-3045-8CC7-0FB1169697A3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F3243600-C8E1-83B3-DAF0-A968F883EC20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A8FA3727-3C85-1124-6684-FAD17007C5BE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EEAEB787-2A67-2B98-B3E9-793DEC7473EC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82F1810C-6F5F-7974-B07E-1B41D56352E4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29197CFD-52AB-6E8E-BC85-3C20D72D3850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47B067B9-0385-C7C7-7D6B-F8ECEC1F1B09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073ACBDF-5D69-0849-1508-579790622584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53DD8D8D-6372-2BB5-6C37-990E1F4C05EC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FFEB28F7-A10E-8BA2-5DFE-79BE6E066223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3BCB9C66-143A-BECA-A1C8-7AE43F37ED32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4544DA13-A11F-9C37-AB0B-020CBEC0E305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88BA988C-EDF1-31D6-6C63-19A4986F93C1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B512D3E8-6C07-45E2-318E-E9FB0E868883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72E91554-383A-64D3-7C80-1A87087EE78B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E528D380-97A2-7E53-7766-5C730A87D2B6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66A7D7B5-548A-1D37-D5C5-ECD6A84D0E76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EFE8D855-CA05-3670-F0E4-B0D0AC1A6715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1B398873-84C2-C25D-703B-CBE0E24DFE1D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26894387-2A80-8637-0D55-7A3DC80D207E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8C927B11-9F93-9E5F-A03C-B4EF7E8AD5B3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CA3DA4A2-74CE-468A-ABA4-2E58342B6177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EEBC29AB-B68A-979A-3216-7161F35217E7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F876316B-3E47-2F4E-DD79-8849EC42788E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615FF15B-B117-B877-5675-CB5803F4FF25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1A5E68C9-7B4C-1628-C3AF-EBD232532212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6E33F380-D977-A5B4-BC2E-DE31F20A498A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79FAEE0D-A8B8-DD52-3DAB-6A67C2982E81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621BD0ED-C7D6-469A-841D-D59FDE97A78B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E5E9352B-BAEA-F510-1132-9CF830D90622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AD2F7FB3-DF29-51F5-E9EF-2C1EB18CE0F0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1A166F2A-455D-1D31-43FF-AACDB2E0B9F5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D97ED898-CCB6-DC9D-07B9-E0E88CCF674A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CFDA4E8C-8F7D-B5F7-0A9C-81A32E7AD9F4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EAA00CEF-ED02-4957-AFCA-8D07083F2E58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6C18F485-E911-638E-AF8B-DAABED9F25EE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003D36CA-6409-4A8F-85C3-93419BDF5AA4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0CBADF7A-7B5E-156A-AE74-1A257233A308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E761859D-7647-1E8C-E228-5A8D436BF539}"/>
              </a:ext>
            </a:extLst>
          </p:cNvPr>
          <p:cNvSpPr/>
          <p:nvPr/>
        </p:nvSpPr>
        <p:spPr>
          <a:xfrm>
            <a:off x="71119" y="9067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764F4AB5-C015-AB88-6E82-092A723906B8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3A02276B-CBA8-723C-7457-635314BA7C17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308E3D78-D8B3-80E9-2E13-A6AA6A93ADA6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8D47312A-FA1E-3174-A3E0-2584B4B141EF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83FE6E7E-258C-B5F6-DCA1-6F69AFE86F2A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69F2D247-96D2-9C56-3767-1F814363C59E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E399A738-A7F6-1EAE-2B4B-6760D984E638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4CDDF7AA-15BE-AD3F-CBBB-82BF7EDF607C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B5280DCE-9E63-A589-A85C-357C79F2AC16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5CBB805E-9C0D-C00F-3E7A-0A2C5B378C8B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ED3589B9-6D4C-205C-10AA-FEF099AA8CE7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B0E25DD8-DC3E-8CAC-8138-0E0141316EF1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E3183DCC-6075-3E70-D9C2-202463718ABD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642C5AB7-B2E3-CBBC-7CF0-B4F62D72DE92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DE9AE223-0A5E-D6CA-5AA3-9A4C9F1ACD89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896B1AEE-3398-BE25-D50E-AC665728E3F2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BB23B674-51D7-A541-3065-A7B291B70733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1AA2E9D0-2DB9-6560-BD0D-FCDCCD2F9B29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A2385AF1-D0BD-C322-F91D-4249B764510B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2DEA3B7A-C44E-DE0B-D90A-1A874155D513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A4E29912-5F97-C3F1-B50D-5BD46D7D9BB9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317094BF-0712-59FC-79F8-4F3780FC54AF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6C7110A9-29E7-5226-7B77-B3E5ED2F52B5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B039E565-C5A6-D001-D72E-3E1C8CFE0AAF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206CDE49-B715-F743-DA78-5A1025CFC1DE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BE19F84A-575C-4930-AC71-8BAD36F1230F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3BABD136-0522-1D62-DCA5-693DE7A92C5E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BF7631FE-3A43-EE74-962B-E99878C9B9BF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89E5B173-65E0-4FD9-F881-EF802BCD8B7B}"/>
              </a:ext>
            </a:extLst>
          </p:cNvPr>
          <p:cNvSpPr txBox="1"/>
          <p:nvPr/>
        </p:nvSpPr>
        <p:spPr>
          <a:xfrm>
            <a:off x="-544048" y="1129129"/>
            <a:ext cx="1684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到</a:t>
            </a:r>
            <a:r>
              <a:rPr lang="en-US" altLang="zh-TW" sz="3600" dirty="0">
                <a:hlinkClick r:id="rId2"/>
              </a:rPr>
              <a:t>https://aistudio.google.com/prompts/new_chat</a:t>
            </a:r>
            <a:r>
              <a:rPr lang="zh-TW" altLang="en-US" sz="3600" dirty="0"/>
              <a:t>，申請</a:t>
            </a:r>
            <a:r>
              <a:rPr lang="en-US" altLang="zh-TW" sz="3600" dirty="0"/>
              <a:t>Google Api Key</a:t>
            </a:r>
            <a:endParaRPr lang="zh-TW" altLang="en-US" sz="3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2C7D8B-ECFF-4F4B-6C21-66B19E87F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2" y="2157688"/>
            <a:ext cx="13472157" cy="60727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F7258A5-FA5A-B9C2-55DF-2D4D1AE923F4}"/>
              </a:ext>
            </a:extLst>
          </p:cNvPr>
          <p:cNvSpPr/>
          <p:nvPr/>
        </p:nvSpPr>
        <p:spPr>
          <a:xfrm>
            <a:off x="9287060" y="5419541"/>
            <a:ext cx="974538" cy="423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97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EF26D-0A41-5B32-532F-2DB5690E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4B72928B-DEA8-BD2E-BFDB-65E0A5B7D67C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914A143D-B989-D64B-DB42-B48AD565C2F4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790A0EA2-AB69-1E0C-FB52-0F478DA3EF3B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0BC5EFA3-7711-57EE-C9AC-09B37860E644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A46B6756-70A1-14A2-1AA0-379B11A43669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E51F779E-1094-43D4-F840-3C680A776689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D674CDEF-FBA5-3986-C909-FE0E3642FFD7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86274F08-69BE-6A13-751F-40697AD3E688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A0EE68A9-5514-060D-D344-B651F15C73DD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0B48B423-790D-6878-D74E-AEE2D0BD49F1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0A139146-5A85-8DF6-AAC0-06C20660222E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3AFAF56E-9C68-48D5-6C93-0E63C3A75843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60D5105B-D6D9-3504-AAF7-35EDBBEE9DA6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BE666E22-C7B4-5178-5F48-81413614B7A2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6E46DCD6-041E-86FF-3603-ADEC3CCCEAE7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B8F180FA-027D-F4C5-A9CB-8208E29B02DC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B7443390-4BCD-9332-29CC-5F844EBDEE33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7BEA6BA6-E4DD-435D-F4C8-1D4092A77316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0D3EC6A3-6D47-06D8-A7CB-1D3B964494AA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8DB6868B-7967-D2B9-9134-C835369B7BDE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E275B789-9D2E-A814-E52B-135B9A2B3ABC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8E9B4231-EE81-7B09-2358-BAB33908546D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579B3F76-3E49-2E2D-5B28-6E583F3A460A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19D61468-C96E-6710-5E3E-0F6CAAF65F12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3A0C915A-2A6F-90DB-2B0B-E713EF9D9D4D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BDB12865-5FD8-C05C-31FB-685F96ADB052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F678348B-C61F-4669-24CC-6F99DC74100D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29DC72C0-1765-9A90-710A-3418E3D945EF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A54823A1-1FE9-AD42-4C69-22D250BBC7CB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6DE327FE-6E17-36B8-3680-E8B516515364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46576743-B772-3F39-F9DC-31D44D205983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98D81504-9E74-045A-B25B-3E363B34431C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8BA1A911-1109-469F-8A22-0B3CA849FB59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D981B0A2-F650-830E-22F0-00AE6F0B4A32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CE5CEF02-60A1-9310-21B8-DCB92726C33F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E23DD323-43F8-1DA2-1172-1B4706E64368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7B2D9066-DD82-221E-6454-227F44EB185C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161B70CD-AE47-8AFB-AE4E-FEF728845825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9D95DEC7-481E-ADA6-86F6-6AFC4233F0A0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F8AF7EA3-0217-EE72-378C-26629FB5BE32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B38256C6-9836-C8BF-CF61-EDD698B0535C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6BEF2B80-4E44-C191-0E70-ABAFC74C893F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F9EC169D-ACDE-9F70-D0A6-D5C93F1CD4C1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3B52730C-79EF-65C8-5400-2648F22B84DC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64B68006-2325-69CD-E15D-F07E5BBC4506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B09B227F-41A2-3E3A-44E8-9A462EC7D713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B31EB959-C062-5242-2F52-EB2CD43DBD1F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663968FF-753D-1D7A-5E17-E6EB097F3408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C49DA0D2-B7C5-C7B6-D3E6-B43CC054A0A5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64A2D1B3-79B7-B973-7C06-9051517C1323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CD62A241-2F41-746C-1B2F-989C16879AED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7E5C02A0-F0EA-79A5-DD67-0955474457B5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33541D42-40C3-8082-ED11-92ECD8718335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722D91C1-7FD3-C59A-03FA-DDE04760C9E2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19358922-CD89-77D4-73B7-E46F41358352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0AF3E3E0-74E1-CB03-2BF9-5E0FA3ADA765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149A533F-BBA2-B270-0A35-299CFF1C03CA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D3E0D416-6DB7-1D8E-92A7-C611C5380377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9685120A-65A9-F0FD-7322-9521D0BD52B4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CBBBB082-4FF1-0482-BC0F-00DB9ADD97A5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48853AD4-8A83-FF35-84C6-C5DD916B262C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5FA15FA2-9CB9-D9D3-B6F7-5A4ACB358176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23ED006A-E88C-2B62-7DE1-6F353326C1F9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9452B289-2F16-FFE1-0B06-224A961C4CBF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D87F0B21-CF81-9812-5AF5-34BA511E06E0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C7926401-3A98-6A35-830D-B79182989B09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FD3EE9EB-4F60-13BA-D5C5-14BCE49F9BE9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6959ECA9-9F53-B1E6-19C1-E6646D4FA25B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B4138D5A-9C3F-37B3-B0B1-955DE04DE0F7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4FA7FC3F-8B9A-84DF-DB36-A71487693273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19ABA04B-A705-ED8B-007E-8E063A62E941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671B52A1-8368-2EA2-4D48-D06DB205F9AE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EF0144A7-9A45-697A-B7F5-37080C397EED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3A601725-E8D0-EF3C-13FC-945080521568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5D8061AD-818A-3FA3-F9E9-2F32CA44B261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5D0AC92D-D79C-67E9-FAE1-D9B2697BE4B2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B680E15D-B572-6AD4-6C04-CF64DAF2C3DF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CD3A6EB4-7363-4E5C-60DC-90BF35D7818C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836545E0-B7DE-BCDC-82E6-69B111F632E4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A24C5088-C286-E55B-AA4D-807719ADA9A2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78D3D951-422A-71E9-C3AB-B3542ACECFD1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20D3A686-9800-A7E3-6AD8-88E552A0BC46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22823EFC-F331-F4F0-4AD7-C4D6AFA7332A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3C798EA0-E1A1-7857-F917-43D724064F24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CB06646-F608-2533-1FD6-72487AA10721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7178623E-DE04-F1E5-CD21-E1EA80781AC4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A5B0E4AC-9385-7EF3-9C46-CE4EBFEC73D6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78B4E65B-63C0-1DBE-2315-F0DEC5745A9C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05AA696D-C2A2-9B52-D7C3-48D953FE7B8F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26284400-67B1-D453-4E93-C63BC4C8335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6356EF13-416F-A20B-E9F2-0391CC61E573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17379C90-46AE-B6CA-9B08-87E587AFDC0A}"/>
              </a:ext>
            </a:extLst>
          </p:cNvPr>
          <p:cNvSpPr/>
          <p:nvPr/>
        </p:nvSpPr>
        <p:spPr>
          <a:xfrm>
            <a:off x="71119" y="9067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5D117615-15A5-225C-8D7B-56E6D7936734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643A6E17-4BA2-FBD8-4282-4B771681F061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5CCE5FE5-984C-518D-5DFD-FB28BA51916B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AE389771-B92D-A03F-DA09-CD9E3DF1B23B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59E95C15-E8F5-FC66-3D91-46A4761B1AA0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1577EB15-C745-F13B-EAF6-90437D19819A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2238F6E3-8A8B-9984-5098-1440B74966DC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0061E1B9-BCA0-80AD-8D92-E1AB7045149D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A008D1E8-5D54-1876-FB3F-A0CAF176D75E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B5ABAB85-8894-C978-A4D0-9E85E0781ECE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CD2F9341-8699-41C8-1B55-2D4B13AC8FF0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9DE622DA-9FEB-23E3-EF53-D68DB5FF7D1A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26D29E75-D5EE-5863-03DF-CC4249769CAB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476B3299-CD68-D74F-0041-E93B17672157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7925615C-695A-71C9-C87E-109F236C649B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169D5F38-2EA9-AEC3-2294-297BE8A4E003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765B230A-CCF4-E746-6818-92CF8C4F59A6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0A4F429A-6A33-06E0-A965-EBFA75636E7A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F34532DC-CA3C-8D25-93FE-4AD143B505DC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849422C5-6377-7E84-22B3-46897BA2E347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541FFCEE-AF2B-C708-EB4C-F4E6EC3FA1BD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2B3A4118-9CAB-7898-35E1-446B9D59317E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C20C583D-3919-E805-417D-FAEF79127862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2C4A4BA7-F0C3-D923-B4CB-089F92FAA79F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BB87804-5ED6-DE71-DB30-06D0A579CD2A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5FCF908B-FC31-041C-B793-49292971E4DA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35D0FE1D-9650-D304-359C-FF71866F97F2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B55ABC3D-419D-CA6D-D7B1-ECF0B78FC45B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AFDFDCF-AF11-0F4F-5063-E5F02B44E940}"/>
              </a:ext>
            </a:extLst>
          </p:cNvPr>
          <p:cNvSpPr txBox="1"/>
          <p:nvPr/>
        </p:nvSpPr>
        <p:spPr>
          <a:xfrm>
            <a:off x="-544048" y="1129129"/>
            <a:ext cx="1684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到</a:t>
            </a:r>
            <a:r>
              <a:rPr lang="en-US" altLang="zh-TW" sz="3600" dirty="0">
                <a:hlinkClick r:id="rId2"/>
              </a:rPr>
              <a:t>https://aistudio.google.com/prompts/new_chat</a:t>
            </a:r>
            <a:r>
              <a:rPr lang="zh-TW" altLang="en-US" sz="3600" dirty="0"/>
              <a:t>，申請</a:t>
            </a:r>
            <a:r>
              <a:rPr lang="en-US" altLang="zh-TW" sz="3600" dirty="0"/>
              <a:t>Google Api Key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3B5EFCD-EA07-35F0-C2F6-4C172656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165" y="2233889"/>
            <a:ext cx="13337717" cy="59957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665DF98-34F0-FCCD-87B5-79D27A7B4933}"/>
              </a:ext>
            </a:extLst>
          </p:cNvPr>
          <p:cNvSpPr/>
          <p:nvPr/>
        </p:nvSpPr>
        <p:spPr>
          <a:xfrm>
            <a:off x="4237542" y="4033192"/>
            <a:ext cx="974538" cy="423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1785B-ECA5-E9D7-3687-74A0D573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51BEB117-A03F-BD00-81A4-3D59BD20D6FC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F1FD007F-3FC6-54ED-9092-0B381B520654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4E923EB0-9F41-5663-C0D8-A508C9A018D6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EA362EF2-C05A-4B9E-D14E-23E0708D815B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005A35A2-1B21-58DB-8A99-801445C95A1C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E9A21531-7148-2F51-0B53-A60C4A5021C6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1BD6EA3E-4A6C-6765-5AB8-B77D1DF8287A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ADBF37C9-9ED5-13B2-2326-F5B88F6268D2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6E5DCEE9-8733-FD38-C210-36195DDC44F4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73734D34-5D72-BD7A-7162-54C1A2E10603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DAA617CD-861B-00AA-0A91-4907725E4D6A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F6E5DFFD-F7E8-F666-FD7F-4BCED7508B9B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73482E75-0B3E-7B48-9427-E69A4E0CB31C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BECE37E5-B264-28B3-D3D4-DF107F9B997C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C0A58067-3037-F5C0-8893-3EED35BAEF52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E7DE1F92-9293-882B-5458-579C15D01BC7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C98E1F23-9460-B6E4-FD6D-22FBB821881F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386FDADA-87B2-2C58-FD34-86388CCBC080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0CF14123-90FA-E77C-A6F0-84A72AC7CD24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B42F3394-DFC9-3601-DC9F-3D125CE85591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16FAE447-53E6-74B0-34B4-053AF2AA0465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9DA1394C-8F8C-4A7C-D1F3-EA03DFDAD829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2A296D28-07FB-CC6B-16F5-E2AC9D7BC466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6579C91A-FA0A-78EC-E2CD-4B439C3087E0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573DBD91-8694-195F-43C6-16218A937E00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5864829A-8400-6EE0-B518-7C28FF7C1016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ECC81255-A36B-E8AD-653B-A23268F5B309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A8F58C72-C3A1-1D7B-3910-8AB0776B8CF7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860CEA89-3ED8-E09E-EE6F-AD8948EFAF55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AEB2B21D-AF65-7443-4139-72B9565C4034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B680B762-A75A-C7C5-8E7D-54E997CC23CC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F76FB12C-BEBE-3499-2E3A-EDF922F6F778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7402B2E2-6E8B-11ED-E4EF-8D3B7C4554EB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3B113F31-7D7D-44F8-FF45-5D1FEAFBE137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6C3362B0-FABA-EA25-FBC2-A62EC203D5B4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96F27F8F-F8CE-F671-212B-9983C9980AD2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03553052-A203-3ED5-38FE-38469160EBCD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CB56BD71-A9DC-42D2-5F9F-298B4C04E3DB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5B972046-E040-30E2-340E-9C6920B99666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698F9A7A-834F-9C82-1F5C-4BEC1736E127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E22EF052-1B4F-0363-EE69-C648EFCDC4A5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5E8CC5AC-DD67-7676-05FB-40644E769B99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471D2996-BCB6-CD46-2C61-1EBBC90EBF7F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43A2EC11-8234-2EDD-A43D-43C4B1BDA217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5A815B7B-694A-3F35-9086-CC74B788C457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49B58299-B790-2B2E-70A6-0A75124D3FE5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65CBCDF9-6CFB-F01C-38AF-DAE6F8B4A8FE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687ECDF8-3C26-625A-BE2B-3DE1ADCE79AE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527F4E10-CABB-AA78-575C-21153FAB551B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3529E846-B053-DBB0-798B-C06DDE278273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21E37456-5279-E7B8-728C-8F9374F48E78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9AAE883D-6AB0-270D-0613-F70ADD2C06B2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874D98CB-B6D4-B853-C221-77939576A266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342BEDB2-B702-6D01-60B0-36CD0532CAC7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A857BA14-5E2E-56D4-A35D-4044C5C813BE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F34918DD-5E5B-40A5-5B16-6CDBF59F1892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41843486-1924-0CD7-6CF4-94909FD8046E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4F546C1E-2128-59E1-8075-49B2CE7CB631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7877DE00-E83D-481B-F103-FBC0A7CB72FD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C02E5730-391D-986F-FD61-58976A23C950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6451955F-6648-0354-5E81-7344C5C84E02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826C27B-DEFF-5185-E2F6-098C18C9E80E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E79EE24E-0505-9E3B-0211-2ACB3FD8C567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F8AC25D1-B186-6147-5EE1-F4998C9AE78D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F362DF53-F604-F069-BE4E-45E4DF304D77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F2637E5B-88FF-839F-1439-F642AF6083D6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FBB8F5E8-B07C-42F2-79D2-CD4E8C038321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1496A221-540E-5A33-F4A2-985A8C400F01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17CD9B75-AF0A-3E4A-ABA0-026B163A038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18F90FDA-5A07-A1F5-EED0-E37F8F871E6B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533B41EE-C8BA-4186-1A89-1953707E15A4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29A20F9C-6C37-4785-CC5A-80D738D1706F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4A310E86-4904-1B0C-DAAE-0EB0A534E9D7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0D92BB61-CFB4-EFF8-FE8A-5F6E35194F11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94D0D779-DD9E-BD4A-F887-27B73BFABA46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7F6C90B1-29F4-8BA3-F8A8-8E11E7A1C9DF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160ABF1D-9874-F4F7-2915-7AFBBC724126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A92C0CF2-39E3-4F2B-A883-661347C19ECD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87F15DAF-8E5F-DF8B-AB94-EE251566FABC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E455A65F-7D0F-C0C7-1122-AB76698CDB77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CD5FB139-01C6-27C0-D009-84DDCAC2ABE8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00EFBBB9-25AE-3BC7-55E6-69CC26B4506F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FB134D71-D6D2-6716-F697-8F9B0EDF6311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0ED4188D-C9B2-41D4-2A20-6F4F7084C69D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21F8B9D1-7824-9C49-471F-03F27C678655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D2C5840E-335A-BB35-ABEE-D954F7ADFA38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58762E25-23CF-C299-80F6-7FC6EA89C509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611CD1FD-98D2-35FD-835F-5000818759B5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BBD2076F-8E32-1EEF-5250-52970CE283BF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0714861F-1D49-F811-E5CB-FD90F66C58B4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943C0626-3269-5E02-D0F3-E01AC246A799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2A9226C1-6809-3759-5C76-D739453EDE95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C78E7945-530A-CFE6-BD1E-81B7D85BAD5B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34ED3681-6F14-56B9-1C68-C887CDF376C6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CF59504E-1E8B-E3CB-3AC1-F8C5A3097FAB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A3BDEF0E-E23A-DDFF-ADBD-B5F9399551BB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6C5A9EA1-DD99-002C-D5A8-192465F94E8C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00713539-B408-60E1-3964-34945026DF78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5EAFE362-F153-D012-F323-F151402ED3FC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E58F0DED-5C5A-B751-157C-FEDF4104894D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3E6E88EE-79DF-3043-A095-BF1D241D8762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5320EA45-3C7F-86F2-2F48-0294D0E0938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1F167CC1-C7BB-D669-1E39-58B390F9BD1E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C9506E14-940B-BAF5-EC6D-0044CA8C91B1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ED127E55-4161-5539-52BB-C5C118502F96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6FFAD358-1BCE-061C-1659-520288070526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E130CF3C-B40B-1276-A364-F57B6F52106F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47E93F7A-59E3-DC82-BEE3-1276E4249BEE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1CD02ECC-146D-32DB-36C4-3AADF0326D73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576BA661-4CFD-F057-2CFC-13730EC33C25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ED3F503D-38C7-B045-93EA-741FCADDDBC3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DD2521E2-76FB-B222-C748-0C46FB6C57D3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07AEB40C-A638-5ECA-1BF8-7FB5D6ED2B90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60582003-F648-004C-FED2-FD1F81916138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BBF5315A-399B-E67D-7B98-2D79EC6E5092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E60DE701-8B0A-9AEF-2364-3D1E7D33A737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B9421EFA-9D93-9882-E8AD-36E5E0994319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B7CD4A7C-9D83-A6D5-5799-8E2E1831B49C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6B038766-EF57-179C-5487-3A9C1EB1930E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70E0456C-B93C-6CEC-45B2-31454DA42D16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33FBACCD-FD54-0C58-F669-F37F7983F952}"/>
              </a:ext>
            </a:extLst>
          </p:cNvPr>
          <p:cNvSpPr txBox="1"/>
          <p:nvPr/>
        </p:nvSpPr>
        <p:spPr>
          <a:xfrm>
            <a:off x="1718873" y="693598"/>
            <a:ext cx="1299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記得把你的</a:t>
            </a:r>
            <a:r>
              <a:rPr lang="en-US" altLang="zh-TW" sz="4400" dirty="0"/>
              <a:t>API Key</a:t>
            </a:r>
            <a:r>
              <a:rPr lang="zh-TW" altLang="en-US" sz="4400" dirty="0"/>
              <a:t>換成自己的</a:t>
            </a:r>
            <a:r>
              <a:rPr lang="en-US" altLang="zh-TW" sz="4400" dirty="0"/>
              <a:t>Key</a:t>
            </a:r>
            <a:endParaRPr lang="zh-TW" altLang="en-US" sz="4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DC0539A-F807-37DD-442F-F3F075024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9" y="1676086"/>
            <a:ext cx="12719951" cy="6785300"/>
          </a:xfrm>
          <a:prstGeom prst="rect">
            <a:avLst/>
          </a:prstGeom>
        </p:spPr>
      </p:pic>
      <p:sp>
        <p:nvSpPr>
          <p:cNvPr id="130" name="矩形 129">
            <a:extLst>
              <a:ext uri="{FF2B5EF4-FFF2-40B4-BE49-F238E27FC236}">
                <a16:creationId xmlns:a16="http://schemas.microsoft.com/office/drawing/2014/main" id="{504EDF45-8E01-DD92-EFF6-9525C5DEEAED}"/>
              </a:ext>
            </a:extLst>
          </p:cNvPr>
          <p:cNvSpPr/>
          <p:nvPr/>
        </p:nvSpPr>
        <p:spPr>
          <a:xfrm>
            <a:off x="4816766" y="2484121"/>
            <a:ext cx="1863433" cy="396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518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BFE9F-17BF-C213-28B8-D2827751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1E90C671-EA5E-5A02-BF15-E3265BFFC74A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0046210F-E2AB-9F74-2683-CC2350662E2C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34FEA6A0-FBA4-7D14-3133-474194BEA37E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2BDA150E-D5C7-46BF-B971-C3F6ADE986E2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B5C499B5-4D4F-4107-34EE-88BF7D1E0DF9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96515DBD-63CB-F06D-13A6-AA0516AA2A87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86137F16-F5E2-5E5D-49DB-A8E4DFBA7CF7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4D53DFB5-62DE-AFCB-9DF7-C4282722A84C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46905C68-4BF3-1C34-1CDF-B437ED6210A9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C6B49D45-35C9-A3A9-6BFF-ED2556C7A8AB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0CBBD426-63B0-6EB1-DAD4-EB4BCC5E9192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0ADD56AA-F97B-EF60-A219-94FD26E85150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90CF9280-B9A4-885C-6D68-1A723815C1F5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89EE965F-A41A-3E2C-AF8A-AF20E14ABFA0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69279853-9209-7AEC-E767-FF00AA15545C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B6E516AC-D40C-E8D9-62AE-FF8D7279854F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3E827863-2124-9DD9-5D9E-7FF839A1EE7A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0FAC0A3A-DA3E-6833-A8F7-CE533B46D13D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1950316B-517A-5102-8522-22B4A2E42037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177BF0AF-E079-03D3-875B-67D981D3952A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9D345B95-6FB5-A223-900B-4BE85BAED9ED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95B15EDA-A12E-BC65-99C3-258C69A91CEC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FF1C4151-5091-14DB-9C9A-BE9EB4DA75A0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1601C910-22B1-9B8C-796F-009EE3472821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3D64E36E-CF48-6760-AA4A-568152E26299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F5D4393E-B4CC-A624-ED22-4B278CECCA0E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0D468EAE-D337-5B68-965C-3C8C4EC3559F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7B02B3BF-3C8A-5791-5F14-C6FA6C144B5D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C4171488-6847-FA01-2B28-217FFDB58B8B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AA533146-309F-CE56-2DF5-15A7BEA4F085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68020765-C2D9-7EBB-748D-035858BAAC49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50BE4E00-C650-7A39-2CB9-0A53CA0451BE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9239CDE4-02EA-25A4-452F-CCE0B2D56535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54BCA334-60D1-1FB2-EBF0-6CA879A5828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7067F026-A250-EDD4-4AD5-6B2FDF9E5250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BD6ECBEF-E2EB-A867-1126-2F79534D3B2A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EF379068-5AC5-43ED-4536-12720569B6B0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D68F8DB8-3A63-962B-EB71-8A538AEB20F5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C888F1C9-8025-7002-83C5-F1295C54923E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7C870CAD-A628-0790-0CA1-073428B68F12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577A92C5-10D6-F8A7-A338-4C9BBCA47DF8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7DDAD49E-171D-B591-071D-0C1CF2B37643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8C5698E7-2B63-66C6-003C-EFDC5EC852D4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1CF01EC1-3605-B59B-CF86-5145C33748F8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234EDBD4-DF40-1E51-D634-268607EE25CE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B25E3CED-687C-8F39-7651-8F10E5A6C69F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4FC4E31D-D194-7064-09F6-484795E2D819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20626FB9-8F65-47FE-3640-C3C5E291E363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2191163E-0795-E84F-6093-E10E48C9B88A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B10C3E84-BC35-15DC-46CE-C4C54A620F2F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F746B0B1-9EA9-FFFF-3C57-1A1C51468B96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A4AF103B-041A-49B3-CFC0-28A3EE00E296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55557ADD-6249-612C-D4EE-B0903A18B21F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796C684A-7444-E937-7B64-3BC8DDAEE34E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64EA86F3-EF04-E9F4-6185-AE6A0DCF0CF9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801C9A8C-EE43-5324-CDFA-3BDCDA0B499B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50F86197-0F13-3CCE-BD1B-5848CA9922F6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38123CE3-5F43-6B7E-2B8C-E21B928E445C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C95310C3-9B30-EF9A-1E40-8438C82C66A9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091D4894-3259-E59F-CE10-55237D466185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2446F2D6-969D-F86A-F327-331CF65D2C00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55871A5-8822-6205-24DF-A4BFE70FF092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3AFD8B91-BCB2-73F0-CC8B-093900161DAE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F0D31FC7-9373-3C47-24F5-B69BB317951F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E60A20AC-250E-EC22-A3D1-15CA83E37D63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448F2997-BE4C-4689-4A98-E4D3C9D79F23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AFA163C6-7015-3D37-FD20-8A6C7FA166CA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56DCC183-534C-9D57-9D14-78C395DC85B1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9B59554E-BC6C-C8A8-9953-6A1D796BBF3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17A87633-5FB6-F8CE-71AF-62D397BE1847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C71A18BA-EED6-461A-5F77-96B30BE4D318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50362B4A-4A04-71EF-CDAF-F21F9B1022AA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5ABF0566-4FAB-990B-035A-2F11C8F8A80D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97F48E2C-8085-24A1-88D3-46DE6797ADC4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3CEECF49-4C5C-13F1-2D2C-7FEA72B6BFED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37403C0F-F2CD-47E3-5714-503360696F94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726338C3-3611-9040-81F1-4CE4CAF8FE3F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63A70987-7481-FEAD-7E89-2A56E81C6C5E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D3F9446F-4090-ACCB-E6F4-570FD150F373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1E8D7E0F-2373-9B3B-AE85-AF886A9EA6AC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71F150C3-48B6-0917-C7D2-17D198CCD524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C7A709F5-F555-49BF-AC68-2CB7B514976D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4720AF4D-361D-D276-7537-9FD6C7831427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DDF502F0-4A55-EF1F-2753-0F82ACB4DBC3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4D92A21-F75C-73B5-AC71-A835E2D956FB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7DAC0805-B366-C9ED-E752-47E73D2633AB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551F24F7-7FF7-01DD-F3F9-1D71D7FF28CB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BAF193DF-D4F8-52E0-96DC-FC786C54B3FE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C9EB6ABE-0F9F-665E-F1B3-A4F0ED427F2D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755271D1-AEB1-460B-F00A-79788D74C4C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D8258D3C-790B-5AE2-D0F1-8AE1321054B1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860A697C-ADBE-149C-BAAD-80B018C7F500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98803F93-C4C9-61CF-3312-4E12942CE1C2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FDFF7BEE-310A-2467-EBA6-060A23466373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AFF19D8E-606D-5A2A-7A4F-A3012B2EAABB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6B4B5A72-5D90-AEE8-EC64-7B5BC5BC2668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34F0AF8B-0E87-65A3-4123-56696BDE90DD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EA16665F-9AA9-1FE6-E776-70A7E7323D6F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2D0D42E5-8B6B-B535-30B0-2CCC67EC86D3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9A4B666B-35AE-E13B-691B-EE540D6498A0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7E1623FC-A7CD-881F-C5CB-6084DD52B12D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910F4715-B383-BC3F-201D-277AAB9B027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CD05DDA1-7CB5-2621-C4F6-C6B19B46F9B3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34F4472E-8049-CC1B-3A46-3735D5164116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E2921282-AF9C-AF72-5E30-4202872270F5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35B33120-8608-1D25-5A7E-A6CF29E1BE6D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6ABB8F6D-3E8B-FD96-8CD7-6559F0F3E9F5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368F0EF9-B62F-6F6B-E04E-7FAE42A9BC0A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EF97C15F-E5A2-34C7-8602-D7759687F346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40C171F9-8E03-5D0C-3277-779FDDED9FF9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0C70937E-C726-7641-A26D-AA33E370331E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11FFC095-23C5-0398-C186-0BA244FEA5CC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842C7B88-069A-ED14-08BD-BAB8411D80C3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324E6F17-729F-A382-A855-5AF2BFD1A331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54051A00-1AE3-78D0-D694-3DE993176710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546A72C2-DBB6-3DAF-61F8-F2B4D49E00B8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6C220F13-3748-77B5-C15E-B4BAAFAA1827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8AF2604A-54EF-5463-F514-4734157DEEA5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BE1EB12B-DCCE-23A6-1FD2-F27F70CC25B5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D8CFE6EA-6710-CEB7-C2D0-E1EDB9EE1F11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876FAD67-CE9A-A561-40C1-E0F8BE82939F}"/>
              </a:ext>
            </a:extLst>
          </p:cNvPr>
          <p:cNvSpPr txBox="1"/>
          <p:nvPr/>
        </p:nvSpPr>
        <p:spPr>
          <a:xfrm>
            <a:off x="1817330" y="666103"/>
            <a:ext cx="1299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Back</a:t>
            </a:r>
            <a:r>
              <a:rPr lang="zh-TW" altLang="en-US" sz="4400" dirty="0"/>
              <a:t> </a:t>
            </a:r>
            <a:r>
              <a:rPr lang="en-US" altLang="zh-TW" sz="4400" dirty="0"/>
              <a:t>to</a:t>
            </a:r>
            <a:r>
              <a:rPr lang="zh-TW" altLang="en-US" sz="4400" dirty="0"/>
              <a:t> </a:t>
            </a:r>
            <a:r>
              <a:rPr lang="en-US" altLang="zh-TW" sz="4400" dirty="0"/>
              <a:t>agent</a:t>
            </a:r>
            <a:endParaRPr lang="zh-TW" altLang="en-US" sz="4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37CE994-29ED-2B94-4083-9A2F62391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624" y="1645920"/>
            <a:ext cx="12719951" cy="67853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1EBE33A-C75D-0EE6-30DF-CCB0F5AAEE2D}"/>
              </a:ext>
            </a:extLst>
          </p:cNvPr>
          <p:cNvSpPr/>
          <p:nvPr/>
        </p:nvSpPr>
        <p:spPr>
          <a:xfrm>
            <a:off x="12323661" y="1859909"/>
            <a:ext cx="974538" cy="349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769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0F791-73C6-C3CE-0A9D-8948590D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73CE5514-A58D-B674-39CC-5DEECDE146DB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BB08AF2F-4F6C-22E8-E8FA-D3B74F917B48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77A252B-107A-AA60-3F4E-A415D3339A21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6F69A02-1F37-A436-C936-202CE06F2C67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7CE2590B-161E-7331-8BB0-2622AD9B8458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CF83A19A-DD1F-4530-FF5C-F6895BED0AE7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97EA7E6E-E6DB-079C-D827-AA86800B36C4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622CA840-CB18-6A22-3166-3B1239602D57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7911C14C-33DC-B88A-F7F0-699E909C6CF7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E20879B-9A40-2B37-7F1F-BA7F779D914C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598F1F10-FA53-8F80-F9F1-A19D082239EF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37BB6D53-AF55-967F-BE50-CBF88B2B5A52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0FECCD22-EEA5-D25D-E604-F9D2689F54A3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9E64BB17-3C4F-70DC-DEB3-876ECAA49364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1022BEE2-91F7-4B0D-4518-C262A1AFE745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1BC4BC92-6A0F-C0A1-5FAE-954212A1B075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600BA00A-29FA-A074-4A5F-02F892BCA930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B16756EE-53CD-EE54-A26E-56AC1399D526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78A9AB40-0FEE-B209-B34A-8ECD7E6B7F96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AA9127A5-8B12-DB38-EB19-3E463DAC420B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B254DE7D-DD51-0FEE-08E8-44B3008F0F62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D9FDD392-5F5B-1C26-CEF2-45ACAD6D9847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5D950354-2C77-AA88-B341-DACC94DF1D1B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BBD46B2-90AB-B1CD-18C7-590E7ED7C02B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0C18B9C3-40FB-C5D0-8937-84ADA07C08A3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BD8BCB66-EF75-E84E-ACD6-313E58BB0C8F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44B41D73-8C20-5E2A-B3C4-EDC4AD4AE6AF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85399722-3682-E9B2-B5F6-8E7F79F5091A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1C0B685B-F047-EC67-B6BE-5C87618B1E25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0C0BD6A2-8427-4663-7442-4D4FC5249C4C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33A5C698-932F-94E9-FF18-7625ACE60135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13BA4E2D-C31B-DC84-8AD6-95477BEE3696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41DBF5B1-E998-EA50-B130-A95DD5788D0A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7BAADE6E-42D7-1206-8059-819468B2B75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3BF7B9B8-54D9-3A66-F2E8-77F66DF01B9C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F4B6CF0B-7A6A-35BE-9086-CD77DB0FEA06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AFE0FF58-AF9E-A3B9-BD68-A1AA844C1219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26CCD8DE-61ED-88EC-E3E6-4BAEF2349BC2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95350F40-12C9-299B-1251-4AB51B0044D1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573D2CFD-A47D-D5BE-99D2-20DFFA05F53A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E07A5ADE-3928-F4BA-6789-64DBF3D0283B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8D02ED97-2057-4E3B-785C-485231DCC123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CF497DBC-5D20-6A04-74E7-6CF8E85C5F9A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492A730D-8D9F-9792-1824-0795E9B52B09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32DDA295-A6F2-DDC0-16F0-A2B9663E3AA0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05EB97CE-3521-D99C-531B-4C10FE701177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06B8ACAD-5643-20A6-DA6B-E98390095E6D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006E19EA-36D7-5059-8F23-B7CC6F2BDA1C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54ADD73A-EC72-B8D3-97CC-19344E258A60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B457A22F-5E17-1347-574C-11726E79F64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DE26F001-3A9A-D74D-BD04-8B59E4D9D58C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F866E974-9691-77FE-57F1-164538DDB4A9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3507405C-39A9-C93E-B818-9EF74A64C6D9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43FC3DEA-DD9C-BB43-33A4-549868636DE2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B759525B-8CE8-ED31-1EF4-A4E4844E222F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CDF31DDA-ECA1-EE09-E834-9B261A4E8103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67230478-2DDF-0E85-DFDF-08FE791CD5C1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F1D8E976-C65A-29CE-D845-D4E351662733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FEFC2C1D-1EB7-A0A4-578D-FEAA87624A47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FE02B32F-3A28-C4BB-35C0-3891CF94825C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1201245F-5691-589E-80CD-A30D73B7896E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4FA8E4F2-8158-2A27-1FF8-D9BF40DA1E84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8328FA49-903F-0B38-C485-2565C446F0F9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E7F16B6A-557B-743F-4BE9-6F865946652E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66240644-62FD-7E84-4127-135C3AA70291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89304F1D-6FCE-AAE2-B1EF-54A339D411ED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51EED7AE-C26B-7EB2-3E5C-C91ED9FEC005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982FB14A-ADC1-2A55-D8E2-29071EEEBEB2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44B400A3-0604-E9ED-4B8C-81CF414B8A2A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D74221B3-1500-A866-35A4-FE49CF565624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9FD82AE2-F56D-D818-A75F-8D7A4FC05636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C8E6F06C-237D-B3F4-6022-7DE64D62B514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DF3CCCC4-E7AB-5E5F-3929-F286B20FE7D4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ADACA464-6A12-E060-B2DC-A8431DFA3439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DAF6B5EA-14DE-44A9-251C-C6DE5C7A3DB8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8001DBF1-379C-CEB9-DEDB-2DC6B98CD405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817536B6-AD7D-EE16-A390-D74453664D3C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D92AAFE5-C591-4F1C-87B4-217031337D3A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EDA10061-ED7D-95EC-C7A7-921CB05B9348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B4614054-4204-79E8-38FE-C1781ECD1319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358F6BA6-DF50-905F-F193-FFA9558F7B7E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26417E1C-92E8-3FF2-C423-B550273E4829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D86F31D2-0900-DC21-57A7-7A28C53F69E4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5B0EE2C8-E4B4-FA7D-2DB7-E4C3D6B64B8B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DFFECB7E-F76A-7515-E482-6F209AF0F962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852CBA5D-A9C2-D144-5D1A-5C13D69F1CD4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633CC2AA-C819-E418-0101-D3DA8D4039B2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4F63E47C-E190-71DD-543A-93E254DACD4B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6A81DF29-0D51-7859-C993-FFCDFBB68525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383F73CE-88AF-2C8F-711D-2225DB2A552C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B32752C7-0AF5-A6B1-D4DA-29C4B4507EB9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06234F41-1E80-8127-94F8-3CA7B5310966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115E9BBC-A58D-228D-21F3-8DE897158C09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6C099A3D-C8C7-2BF4-CBD1-092FD724CD9E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AFD29D14-0161-D36C-A8E4-0AE2448491F2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DDA0E2FC-9B0A-CB6F-07C4-84CC6345B4C6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A35E0213-DF94-DD9B-A579-A5D3CDEB3E66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A5541A3C-E2B9-C1E4-58D9-D0B81F360237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CBE10C07-BAA0-292B-35B5-A2302AF03D5C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D458A114-5277-FD56-0AB1-DA31E0981A62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CD67BD08-48B0-D083-B170-A0717F0820A1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D828847F-DDF6-1E6D-C467-B250F342EB7D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6D6D58A2-EA0A-211F-CDC7-6DD10A4E7ED8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6197A63F-5D6C-995A-FE05-07B8A15A50FD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7BFF42C9-4DB8-A210-8EDE-D7A38E8245C2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9AE19CE6-3A10-75B3-7851-8D0D699239A4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EB22E7EB-1034-7829-22FC-4BD924C77DA4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70AEA4D9-4427-12D9-F981-923CBBD4761B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43925743-AF8D-B0BE-0213-2037F7F402C5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4D5B6347-53DD-8AB1-501F-E62097AD0F55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F7CAA1B2-E778-C3AB-7690-AC458D394874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D2090A78-B841-9758-77C7-610B335A35E9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4DC3D9AE-E9F9-581A-0892-131986C9512F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91B5CD48-BF20-95DC-1992-A988827B939F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56765139-FB4C-9182-317A-F7738AC3D7E1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C7E616FF-8019-79F6-EB0D-ECBF7ABCE94C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C318B1B-B4C3-2A1D-3C50-5A38BA298986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F81C58C5-B9C3-6DAC-232C-6188B91D78A9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9D376B07-C6C9-4FD8-FA65-A180B106D8C5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5791B23E-22A0-BF77-36F2-E218B09833D9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43F94C6C-861C-458F-1B67-2620CAA9AAC7}"/>
              </a:ext>
            </a:extLst>
          </p:cNvPr>
          <p:cNvSpPr txBox="1"/>
          <p:nvPr/>
        </p:nvSpPr>
        <p:spPr>
          <a:xfrm>
            <a:off x="923669" y="524075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400" dirty="0"/>
              <a:t>README.md </a:t>
            </a:r>
            <a:r>
              <a:rPr lang="zh-TW" altLang="en-US" sz="4400" dirty="0"/>
              <a:t>是這個專案大綱，底下的</a:t>
            </a:r>
            <a:r>
              <a:rPr lang="en-US" altLang="zh-TW" sz="4400" dirty="0"/>
              <a:t>spec-01~09</a:t>
            </a:r>
            <a:r>
              <a:rPr lang="zh-TW" altLang="en-US" sz="4400" dirty="0"/>
              <a:t>會讓</a:t>
            </a:r>
            <a:r>
              <a:rPr lang="en-US" altLang="zh-TW" sz="4400" dirty="0"/>
              <a:t>ai</a:t>
            </a:r>
            <a:r>
              <a:rPr lang="zh-TW" altLang="en-US" sz="4400" dirty="0"/>
              <a:t>實作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AC6BBF-AD4D-656A-B389-2930DC6E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417815"/>
            <a:ext cx="13081000" cy="699466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B7151C0-01BB-C3A7-3E3A-339F3B79CF3F}"/>
              </a:ext>
            </a:extLst>
          </p:cNvPr>
          <p:cNvSpPr/>
          <p:nvPr/>
        </p:nvSpPr>
        <p:spPr>
          <a:xfrm>
            <a:off x="2246594" y="2377440"/>
            <a:ext cx="1452058" cy="1828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647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32245-3191-9011-8DEA-0054FC49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52C46FCE-7A7F-7299-CAE1-655DBDD291B0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94FFBC27-52D2-7D11-6F25-7F558402891B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194B0F2-9150-CF01-0584-18A47BDA6CB3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62C529C0-499C-7405-4E23-BC0756F6AE1F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621C6D9E-5ADF-5F36-0409-84AFB50106C4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3905C0BE-63ED-86DA-F524-B61F76FBCA2E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FA8C749D-D2F9-1B63-ECA0-A2F6F633862D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312B5FDD-289A-1A12-9B9B-63C0C6FC43DC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889AE60C-1CC3-FBAB-A333-EA6B26293C44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DE10C211-F0DE-6ABD-BCE0-0459BC115A9F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D4E1C81C-24BD-7303-AD1B-E2A52E7B5F9E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AC7E9E1A-D61B-F0BA-608A-9B2D020E487A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D868F66B-8F5B-DEE2-E67B-9144A529040B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B14864E4-F06D-D686-1E93-7327D636F6DA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0F873488-0DB9-D61C-89C2-C37B3D83C161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E7547BCF-0965-6353-FBCF-92BCCDB58C3E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D0EFEC8F-ED18-A596-83C9-124E235E1DC1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AA31904F-3FB4-99B6-8585-5AB59E239CF7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01736158-F46D-20FF-F243-EE9575332025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683FBD6C-8C44-B703-584D-471AC070DB6A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5E93DCB6-03C5-BD63-361B-FF266C3E9F9E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808EDF87-0E03-3D69-02E0-384AB6B20727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9A0C7AD2-AA5E-CAAD-BD81-AE3472C8CFE2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7D4E0B1C-1551-3837-17B2-AF995324AA05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6E0DBCFB-C42C-CE56-998E-7C1724B39ABC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693AAB4B-9804-A48C-3949-C785F8594B70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5BB30B10-C1BD-92CE-406C-2ADB1385CD4A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1F103973-1BFD-26BC-7A4D-9931E3C3F31B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63BCE846-D3E7-3017-1478-B60D5AE5B763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ECF1EBD9-7321-4C15-879E-FC107A0E9194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9C594CE2-6DBF-3C38-D24D-A95C599B34B6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90CE8F44-C2F6-669A-A653-E8DE268A2147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F28D3D65-125D-4C5B-2503-A8A978A93941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D45ECA6E-9270-CD1B-BFFA-31D93454A7D8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EE1E26AD-B387-8143-01CA-4EB24947F7BD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9CBF6CE7-3D3A-A5CB-D25E-2B05F281D27D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067378BD-FBC2-D68B-31C9-6D5BDA6246F9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48B4A7F6-4DEA-950E-8E08-88C4F0C803E1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E06E10FE-FA90-3062-F2E4-16C20A2D2249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0A05B53D-4B7C-DBD7-7525-3D2E64E2FE9A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75D817C9-E0BC-F5E4-3A53-0DAE724CE370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455A3552-1CD7-AABC-73E6-E7A56660C7E3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593F2EE4-E5A9-7ED2-549E-5A8585EABD43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A25CC37C-9821-2B8E-37AC-4238D3A15418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52A5A566-920F-711B-835C-8BAD37180DC8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6565E8AB-2203-FDFB-20DF-978CF108821C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A1E626C9-35A5-1485-678C-012F4F1DCFAE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EED43C9D-109A-2EC5-650D-9BDC055DDE8F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2D6B7F01-843B-64A6-000D-F15A12FA8966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E4C3C1D5-6D06-2FA7-879B-160EECC5CEC7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5CBB12B4-F5DE-FD00-607C-6DF08716991F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F821A483-3C84-0DA9-391F-EC53112AB9AF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3078A33C-8913-4741-D132-F4E859C28323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7061FFAB-2205-2EAB-0393-C2AA86D9BC34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DFF45496-68DA-F0CF-8341-B81334492A40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52AF00B5-1EC2-A013-2B3D-A08CB84B429B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1CEFC958-E7B5-4C09-6B8C-35BC9E0AA1AB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DDFAA4CF-644A-FCE3-D736-86105B272ED8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08603ADB-FE37-03E2-8DE4-99D74EA4796A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7FE107E7-7DA6-E339-3762-E22F8BCA7116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025B3723-F1DE-A62C-D9B0-6801B5EB4140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4AA372C2-1997-B314-5D0F-C6C1BBC11438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83C5AAEB-38AB-D8E0-56B9-FCAD524D1A77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2FCE504B-66BE-6D57-A460-77EEC734480E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F407BA78-D742-EA51-1B3C-7034F6F398E8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ACC2144D-3EC7-5140-FA5E-C0E721DC57EE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15CC221C-B203-8E12-925E-15842EDC48C1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20325C28-609F-68F5-DF1D-EF16F032279A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D1E7CDE5-543F-3756-FD41-7183568BF6AD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A4D42FC9-51FE-BADA-D509-780DA84EDCAB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52044E17-0DDF-95CB-D938-0D6C68A33824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CB0A9E2D-75B1-2575-643B-B04F585B6CF3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97FDEB95-953F-1D04-0540-3DFBA75974A9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4D0B6D67-F0BC-D918-4D3A-407D9C1F5D65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A61E1D46-ACD2-8B37-8503-1072830128F0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CB8F11EE-FB4C-BDB8-6469-119169C1D9C8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D4372F04-E2F8-BA23-8405-30F3D1D378FD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D12B9433-ACC6-4C8D-2EC9-E628F3840898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A332C495-5734-B256-AC0D-D73B4A0B44A8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B6C102F6-203E-2D71-9447-7052ECD86717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EDA83999-8CFE-8CC7-4471-B32F7D66DFFC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268E13EA-167A-4D73-1D8D-495EEF303C54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798F820C-1E2F-8E2F-12F7-644F6CC5C110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D792D61A-7335-0ED7-92F1-E7B1C5D880FB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57E3824D-434D-6F79-13AC-C2B38BD28755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9E5260F6-3E3F-9C93-8F56-D6AE83306417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91F631FD-68E3-EBEB-B79F-A98C447CD62F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D93C735B-E900-4FEE-097E-F026018A6A00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24C268FE-0CDB-313E-BEE7-E74CF0D29260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93622BFF-D2C8-0E6C-28A4-F6BBDBA7CB6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E1476213-81BE-5C71-71C0-E2057DA68A96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52039D9F-388D-DA33-D0D0-8E35104573DF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80C85F15-BECE-61F4-13EE-D195625B9869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23E646DE-6DA4-7FD9-3BF5-2A7F111C9B2C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F2EBEC6E-8D97-0292-AB01-2FF62B91E011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4EAE8193-EE25-FEC2-3A5C-28F54FF2D818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906B0147-53CF-6D48-6908-FEE6E89EDC12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C0CEE2E3-F5B9-62F8-F69C-118151B543AD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E81E0F16-7C77-F65D-CF23-B738FC0D39AE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69A4BCEA-1C6F-6F27-6883-F9FD0048BC9B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582221B1-252C-BBD6-6986-9D82A2B15850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47BB932A-1401-D0B0-5353-9C9AB58E8457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A2581F90-BBCF-2702-5160-590EFE68218A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6843C232-A014-CADE-1A97-A3F8D19E2037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FAEAAD08-45E5-097B-EE1A-47A62F578F72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4B002AB6-87B0-3F81-5DFB-7753DCCE54EF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A4DEA423-BA61-91C4-6DA1-4AE753CA9C9C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6AD717AD-5236-091F-9EFC-489ED029AD9A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FE974308-5028-8F5E-6072-CBA84516ADC6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10DAE751-1361-30DA-E576-30D8ECF163E6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B9FE2A12-4356-3203-E2DE-2B4E66B2B594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C6C3028C-CA97-2F52-00A4-7435DC4F4542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3A0CDBD3-5F4C-6ED4-87C2-841992895A9B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5FE95F57-DA1C-0826-F375-EEBD3206B207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1D20EFA3-9CAE-7133-2D19-9B2A5A327FEB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5A4C33E0-021B-330E-A61A-4A52C298C368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2A0F0081-73C1-E4AD-356F-4C4293DBA71C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6CAC2896-CCF4-E319-F021-555E02FF518B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16A1397C-C9F4-1E91-8E1E-456E1330BBC1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81F69B8F-FAEE-F915-0FB0-97DEC17372E8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0EB86991-3221-BEEA-51BA-8CAF08C12FC7}"/>
              </a:ext>
            </a:extLst>
          </p:cNvPr>
          <p:cNvSpPr txBox="1"/>
          <p:nvPr/>
        </p:nvSpPr>
        <p:spPr>
          <a:xfrm>
            <a:off x="923669" y="524075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跟</a:t>
            </a:r>
            <a:r>
              <a:rPr lang="en-US" altLang="zh-TW" sz="4400" dirty="0"/>
              <a:t>ai</a:t>
            </a:r>
            <a:r>
              <a:rPr lang="zh-TW" altLang="en-US" sz="4400" dirty="0"/>
              <a:t>講實作</a:t>
            </a:r>
            <a:r>
              <a:rPr lang="en-US" altLang="zh-TW" sz="4400" dirty="0"/>
              <a:t>spec-01</a:t>
            </a:r>
            <a:r>
              <a:rPr lang="zh-TW" altLang="en-US" sz="4400" dirty="0"/>
              <a:t>，或你把</a:t>
            </a:r>
            <a:r>
              <a:rPr lang="en-US" altLang="zh-TW" sz="4400" dirty="0"/>
              <a:t>spec-01</a:t>
            </a:r>
            <a:r>
              <a:rPr lang="zh-TW" altLang="en-US" sz="4400" dirty="0"/>
              <a:t>內容貼上去也可以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B97234-326E-0A21-3D11-C55C90F3F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81" y="1463039"/>
            <a:ext cx="12689840" cy="676957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6EABFF-5E0D-6F8C-F937-43BBD75D89EA}"/>
              </a:ext>
            </a:extLst>
          </p:cNvPr>
          <p:cNvSpPr/>
          <p:nvPr/>
        </p:nvSpPr>
        <p:spPr>
          <a:xfrm>
            <a:off x="12403450" y="3733801"/>
            <a:ext cx="2409827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47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93787-4D3F-12E1-A24C-A2126C3D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93D5B515-1E7E-1242-A5DF-50CDC22F7A10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F6E5F6A4-01D1-B3DC-3686-ABC13050BC62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35468631-5246-C9BE-155D-3EAB508B38D6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544A529F-80A4-2042-4DCE-B5A56AD34C41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DBAC349A-B7E0-DA70-F9AA-65F4A55877D5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1DAB56B7-82E9-50D1-66B2-0F36F2EE2A7B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EC58C9CF-868D-0F9B-4150-D41C24F183AE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4E5E5132-D256-BF6E-974A-1EE196DE5F3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2ADFBFC8-1600-6D21-29A1-60E8C18A2FF2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FCC59372-3CF0-1EAB-886F-1C6C80509F45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4A95162A-9FDE-FD05-BF62-63DC8202C093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72F6EFD2-6AD8-BFEA-B565-35C2792B104E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7235938D-C3A1-8C2A-7F32-88DF768E345F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32910A6A-84F5-550D-6116-6891CEB9DFD1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40CD2B30-B3E9-FA6D-7945-A41575015A84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56035066-A8DA-4B3B-6819-150AE1CF175D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7265BC46-D539-F230-205F-7245818703A0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B6BF6BA1-4AE6-68AD-9EBE-A9B6525BB4ED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69D9AAD5-93C7-3FF3-7179-9B7B5944ACCA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9688B598-F1D3-769A-4AE7-EA97A249C4C0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F6F830A1-2E2B-91BA-17AA-2FFC0B2D1786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097E4234-A5DF-3C35-B4B4-37B4AED45782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A16F1F1A-B606-4A98-D497-DEFCCA1DDAB5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47F3E4C-BA1E-A06A-F336-5F83CB7EFCCC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CEDCFC7B-3C6A-F1A9-721B-EBD731E21E14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393CEB8B-9F35-FA51-3C84-0CFB8EFED28C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3B1C68CA-2C62-02F5-AE19-3874567B7CC8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711DEF99-D4C5-EFF1-7872-4DCCD5F8A10B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1CDA742E-B48D-BC36-4F73-93972FE42427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E6434507-FA95-1B97-0006-BC7A05A996B6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8DA3D568-1E2C-5B26-8A3A-87545EC9131F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383DD7C0-E70C-2C64-653C-8BC7ED9DF5C5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A7EC1973-5456-F11C-7836-7E0B5F36460B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DFD8EA09-E5DE-89CC-3AE1-9F8FDB279B5E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F54F6636-8DD1-1FB7-9A63-8B366C384517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DA6A1F09-60D9-9943-5EEF-F4DAA3A0D017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222B8AD8-7D32-3382-F68D-529A68155F9C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09265EFD-832B-5608-99CD-08DB84608D22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1378D115-E994-5D1C-D1AF-B720BF594A32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FEF200F8-2399-FC08-04A3-719868894080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A783105C-E173-D835-6FCD-1F9432276DEE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FDCDD4FE-E8A2-8534-B044-FB4854BE2087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908A956C-0217-1E86-401A-343641ADFE5A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94FA2C42-55E0-F7AD-C2E4-76176BDC524C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2CB4A9C9-973E-C6E2-723E-9E574D85E674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EB8B195A-9E47-2BAB-9C6D-B24DAF4D9907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96983710-8AF4-C523-F0DC-7AAB015C00EA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7E967244-D655-8102-3EE3-03CCE9BE25CD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054E960A-5EAE-62F3-B317-472D1FBDEEEE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8639EE76-A958-0085-14E9-000EA46B505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0DE5D81E-4B95-3007-7726-122EDD0E1D2A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A7E3F472-8158-D975-BC18-3389836330C2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EFD3361E-618F-045F-49D4-573793A0D390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B80D4DC0-9E12-F50F-1E85-B785113B973D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8D5A2291-413F-5DE4-EC8A-F489E2720E3F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E3FAC409-F77A-8C83-577F-594874894E4D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207A9241-C2AD-C815-993A-5629B9CC2112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5BF019E3-3CA4-E3C3-8309-E57002F6C5BC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5CFBFAE8-81E9-C1EB-313A-8A3A956B876E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7D3B7110-1A3F-4D87-85A0-56A817A2BA16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CA6948A5-625E-EA3E-2E85-6568A6C9E7EC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0064D571-F003-7108-60A6-BD0341294192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5B5BEAFE-3370-9219-4E18-752B899F9822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A93D1EA8-3F05-FA75-2F94-60C69F08CB07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C2AF865F-500F-89FA-939E-D60A6FBA7A1D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79E26F2D-55B5-56F1-D79C-4EF7EFA17331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1681B60C-D674-F0A8-D2E8-DE3D41FEC4D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CD0DC025-24B7-221F-F6F0-41F143201DF6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20229342-7992-BD78-BEBE-7910A7F2F8C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A1F32D87-9308-19D9-4CBA-166E2E78F5B6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C4B8A024-3EBA-759E-4035-5F6B4F69C283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36CAE0FF-ED68-797D-9246-99A71519BE7F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22956E6E-863F-DBF4-7181-A01788F17B44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5A718346-3762-160C-C091-FC709BE6619C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6A8D5A79-56E8-4777-3FDA-29CA6D57C1C9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C2DDA2E6-F545-21A8-311E-B40357E4193C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354582CF-884D-C962-F235-371FD9B3E3D3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127EB1DB-8AB1-5B81-73F0-5A4EA3423C14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405FE096-0FCB-F745-142F-E025E169F269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E20E7167-DCD1-074B-7BB0-6794438691C4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33EB1278-DD4D-9811-9AB7-F9CA75338F38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0DB01F92-32F2-5F5E-ADCA-3C0FFE8859DC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EE8D8338-76D1-E1B7-A985-8A4C2B612344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2EC08BD8-A1E7-8D90-CF3F-63732EAFD272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E453CE73-FC5C-02BB-B6A8-3F0E617C5ED2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AFCDB2FC-8D99-1617-3055-A02BB6E04B63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9AA6AA11-09F2-0D75-FEF8-78B802071B30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BEFCC987-1460-8D66-5C09-A4B6E25A8AC1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AAA55A1A-4125-2E63-1ACA-586EE493DCCD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D31BB9D0-32E1-FCB0-FC3C-FCA0D2909637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DCB0D40D-D85C-ECAA-0A55-EF8DF1FC6AB1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51F5213D-AFA5-9594-424F-F0A0AA86A2F5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B3D64BAE-CF77-4EBE-FE4B-B77F06959C68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860019CC-3B03-6CBA-DAA1-0E775AAAB19D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44724689-930F-EB0C-35BD-D50B7DA57401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CEC4C25B-C294-CCE8-24F7-0312702C9513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44BA3FBA-B36A-9A33-E1AE-18821F1E4B5D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8184D6E0-751F-47AF-898B-686EDF8CC9E1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71E97C49-1D3F-8397-B6A9-BFC81DFB101D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0C3D8A75-38FE-BC52-A626-979F0E8F13D8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4B046719-0D90-4C19-8D43-1355A532226F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3BA91191-3A1C-DCFF-D4D5-127BA6C877B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EEE40471-FDF5-C400-5730-1D56AFE27700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C0C861DF-1BC7-A309-1156-BFF8ADADFD08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EDDB5F7B-EC47-0715-A6B6-18CF1B1644EE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2E4CED04-7902-A9DA-B8A3-9A6E99C7F05E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DF544AC3-4419-969A-0F96-EA78C4F057A9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5A034D48-BF56-F810-85A7-400497715248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F3594233-E2ED-B633-7ADF-0BA9D79957E2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C083876A-E33B-8146-E15C-6D4566A20AE4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18F89B6D-46F6-6B10-96EA-E2044F221774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5F8BD5DB-949D-AC8F-CD80-1A1C48516AE6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B2D1F55A-7CE5-36C1-BB19-38C4381B22CE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936402CB-A58E-F856-E6AA-170F372BBCB7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C6A0BA96-1325-D726-DAEF-F0014653F600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7B96E424-A8EE-8660-3078-689361227E05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E453029-C833-F091-E170-0B600C899F95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A8EA999C-8A15-0605-39EF-768E57C20B9E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D7C18119-C0AA-3FB6-8969-53AC8EC8CEBB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0D1A4EB2-A0B8-34EA-C994-5BE361B77938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CD48278B-B974-A6A9-2A8A-2F1F77441776}"/>
              </a:ext>
            </a:extLst>
          </p:cNvPr>
          <p:cNvSpPr txBox="1"/>
          <p:nvPr/>
        </p:nvSpPr>
        <p:spPr>
          <a:xfrm>
            <a:off x="734060" y="74693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每個</a:t>
            </a:r>
            <a:r>
              <a:rPr lang="en-US" altLang="zh-TW" sz="4400" dirty="0"/>
              <a:t>spec</a:t>
            </a:r>
            <a:r>
              <a:rPr lang="zh-TW" altLang="en-US" sz="4400" dirty="0"/>
              <a:t>底下都有驗證例子</a:t>
            </a:r>
            <a:r>
              <a:rPr lang="en-US" altLang="zh-TW" sz="4400" dirty="0"/>
              <a:t>,</a:t>
            </a:r>
            <a:r>
              <a:rPr lang="zh-TW" altLang="en-US" sz="4400" dirty="0"/>
              <a:t>可以等</a:t>
            </a:r>
            <a:r>
              <a:rPr lang="en-US" altLang="zh-TW" sz="4400" dirty="0"/>
              <a:t>ai</a:t>
            </a:r>
            <a:r>
              <a:rPr lang="zh-TW" altLang="en-US" sz="4400" dirty="0"/>
              <a:t>實作完自己去驗證結果</a:t>
            </a:r>
            <a:endParaRPr lang="en-US" altLang="zh-TW" sz="4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7600CEC-2683-1A29-53CF-8755555C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75" y="1920240"/>
            <a:ext cx="11694985" cy="62458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DE6F71-DF72-72B4-5FC3-437784B4997C}"/>
              </a:ext>
            </a:extLst>
          </p:cNvPr>
          <p:cNvSpPr/>
          <p:nvPr/>
        </p:nvSpPr>
        <p:spPr>
          <a:xfrm>
            <a:off x="4830126" y="2895600"/>
            <a:ext cx="6142673" cy="3428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231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AAE60-A8A1-A146-6B63-7D08D425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EA2FBCE5-1FD4-4F40-83D6-F8567BB5BCAE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6886A024-91F5-BDE8-4C61-8B1BF325A9A5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21303ED-EA75-74E3-A279-21B1D6ED126D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23043AB4-4C12-3FFF-4EDC-CB728064CA94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A3F42EE6-B7C6-9BBD-CA50-26B09620E0C8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B7ADA6D8-552B-E3F9-FBE3-9108BB3B7434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62751359-DD64-5947-824E-A710784214C5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1211DE3D-B235-6A30-E5A7-107CB2C92AB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0C9BFD15-0BE3-D402-9CE4-15E5CE56E697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D77BCED7-9054-0DA0-F5A4-F8EF96C5C376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FE4FD214-1DC5-99D4-787F-5C5E0C96DD92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538B55D0-FFA9-E28A-5621-FFC3BB4D0075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8EBBCE64-04FD-DA85-713D-B14C08E33232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33988CE2-7F4B-D783-04F8-A5324654C034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184902FA-6415-3471-C5E4-E74222F7BC8E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F3D4C92D-453D-C13C-AB9E-6BFB6C2EB6D1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BBDB4AD1-DDE3-E7B3-D480-FBB4FE9C2BD4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EA5E3D0B-D861-C27F-D51D-5D0A027C23A8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E0169404-A0E6-C451-01CC-95230DE5E9E4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3BB54C55-771A-7537-4612-FA99D4E6A3B4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8ACAA2E1-8420-739E-61BC-001972CA4407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6F54ACF7-3A66-BBF4-1192-77CE56612503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F3312250-27EB-932F-955E-0FC69B47C694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3079854-24AE-C5AF-84F6-0C8D97B32575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FCFDEBB0-216A-4E37-08FE-ABF1B020AA90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5E5D5320-DFD5-360D-8FF1-76392F1DF190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0BB35A93-9F44-17AE-99F1-A93480E21B02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677F20FB-4068-3D32-A837-019AF1D7245E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9313CE8A-C367-59E7-1399-A6B239F4709C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1352F894-46E4-7E55-9644-1AB9F28217CE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64132B59-4BD4-DE6F-0194-ABE62C921C5F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040EACAB-E0DA-D1E2-9474-48B9DF7D47EC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EA565C02-C3E8-3717-4BE8-9D8E0AD39C3B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34607F81-E551-762E-43F0-39D36729798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71B7681E-A21C-95BA-02FF-321DCA083EA0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9D6EBF61-A0C7-2D49-1DF3-480D4BA9FC26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333A7B83-87BD-033F-89C5-D745748C5D96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F1AA4E88-35B5-C234-618B-75671BF6F852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B257460A-A74B-2206-E67B-095CDC732AF5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ADC1AD99-81B9-5F4D-27B6-6D916FD40938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0A8AE831-608D-2A0B-92B0-FFE52FCAA0D7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0751DF8B-CE48-0A9A-90F9-195A34EF8599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D17D11E5-AC00-1F3F-5DC6-07F4F6FC5EAC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0BF21C76-C2F5-99E4-FD8B-8E448952BB55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C733EC45-B423-5848-F814-2F730416F2F5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893A704C-0C63-44CB-B872-2DD8A7B7F43F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D10EDD5B-5449-C010-DC2D-B6D4DFB52D08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CE33D4FC-7F50-5428-7104-8BC51D3FFA0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5E4BC83E-CFA3-4163-C213-5AE16FD75B81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9C59BC35-7AC1-A2D2-F65C-11C3C6CD2140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6E76D6CA-715F-4E88-9DEF-B0024780B580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21CF2F71-D676-04C9-9249-34E952259A88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1D88D13B-1D42-B5E7-2750-1DB2AE1CB789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8A57FFDC-C90B-5A55-C518-1E43B82616BF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32195BBF-B53D-EF2A-EDC4-CBCE6DE764B9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74C85E1C-F9A8-A4A4-0E78-EEB39D6C1FD4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F71C0C3C-DD07-A5E5-5AE0-021A1B41CA2E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D8067931-F4A9-8BA2-7732-E99EB5479FEE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18EC29B1-06D7-2E1D-C259-05EF2FD30CF1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66DEB668-627E-298E-2C07-2AC299C1F85A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72C2C432-2F61-B633-2109-492D2BF03E7F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F69986B0-7D5F-066F-24DE-9D1733FA27DB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AC9E264F-FBF5-CE09-7FED-9F2B98F5B85F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CCE824B4-C287-61BD-5413-7FF20C12098A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92EC80AD-C1E0-7BBA-0604-82E86EC9816D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F9AF03E1-7CDA-FC21-0528-6EA4FD8FEC19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36FAEBCB-8207-41B4-9B87-AEE9F8824E95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7A606DFF-3DC5-63EA-06D2-53A74E5142EF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18BAAB98-D2F8-E4D8-21E9-33C75B9FC427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7724FD17-49E6-2CBC-2E7E-B76047FABA2E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187FFFCF-8D8E-EF53-CF72-BD6381D7F3E4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46CF6809-E30F-1AAA-A5FC-FC8E1EF86BF0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54EECE31-1159-AA25-A8F8-D5342ED25C90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B2092C8F-DA37-E8E3-1D31-34A70096FF34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8BB2CA74-3FBD-A2D5-367C-063BDF829C33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E4DBDC3C-3883-7C9D-32AA-7FDDA1F12505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ACA89846-33C7-DCE4-DA3B-C6CE9038ED8C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67D88BBE-9723-8A49-7066-536BBEA82511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245DB210-4D3E-9AC0-DDED-F76EEA0CDDA8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BD1D598E-3BC9-B3C0-099A-03458C34CC4E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90A08E91-F6E0-4C0D-9A2E-E5F26BBC8498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A9995CF3-846B-7441-AB36-7F4279A6878C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4FA0FE13-7C72-C8B7-29B2-90FB37A252BE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73C53013-5ECB-B492-0DA8-5B7C5BD6E76F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DF5E6982-BE1C-FD09-7530-FD94E7257F50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9F6DE05B-3414-29B9-6FA7-5B6DCDC79965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745A9669-ADD2-5FE9-24C3-6A3733A6D9E1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8E68B4E4-5F9C-4AF6-8ECA-7A3C8973A97A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0718172C-CFA4-D00C-961F-317B5D901545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7E45F4DF-5E04-BE35-2032-2CE04340D2A6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077BA4EB-B3EA-90DC-5D7B-E44413C14A95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6A856B77-5390-4AB7-02AB-626AB0976E70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D214397D-0265-2B15-3237-86D0103A6B4B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DB42235D-CCD1-6783-4AC8-D24CE32D81B4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AC86F691-ED91-45A8-5860-042DF74458CA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2472B307-C825-C8CE-7E74-7B75A0143BC7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8DF229F1-3949-C62F-1930-8E57DCEFEF84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BA07350F-BB9B-BE95-7D50-2A88701689B3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381F488A-DA23-37C3-CAB8-E16F342F793E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9B72920C-7E77-8200-BF89-6DCCDA0AF745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40B3EDF1-5D8A-C32B-7B29-808B5F7B3C54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7EBC7D91-DC13-5BCD-15E2-CA8FDA892CC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A692D5EE-59F3-B9A9-5C66-9C185A6F0A99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6163DA18-BCDE-452D-7489-138B153AB780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835D443C-08BB-4A4A-3BE7-EC8DD77F353C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75C597F0-8293-DA5C-A9B4-3E556D1BDBE8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2009E30C-2AE1-2A52-F9F7-81A52E57B77B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52986F56-E47C-5614-EB21-CD1D62CF7E9F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C73F4E75-C637-2424-3C34-9980795F52EF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39634987-169C-ED57-098A-81E093CD7558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B5419E3E-CE0F-135F-96E5-98F92B79C3BE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3DE6D8E0-E9D3-908C-A11A-6E47920358A7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FD772805-1B7A-2F02-C3E8-404EBCACB40D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2D52630C-7ED1-8F6C-FEB7-BBCA085BF3B2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F00248B8-C75B-4EC8-9730-C042F692D92D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B784F072-DC2C-96DE-8DFD-9A513B576BA2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9E4F53DD-B4E9-4446-497A-05C0DCA9DF1E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54F8953B-CFE9-974E-3AB6-C181D9BA4853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DB68F99F-CE3B-CC0B-3DC1-1557E88D0B13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C587050E-04F3-AE69-C941-99C564491F5C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89C781C9-091E-CBEE-FA7A-1ECB6627A2A5}"/>
              </a:ext>
            </a:extLst>
          </p:cNvPr>
          <p:cNvSpPr txBox="1"/>
          <p:nvPr/>
        </p:nvSpPr>
        <p:spPr>
          <a:xfrm>
            <a:off x="734060" y="74693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每個</a:t>
            </a:r>
            <a:r>
              <a:rPr lang="en-US" altLang="zh-TW" sz="4400" dirty="0"/>
              <a:t>spec</a:t>
            </a:r>
            <a:r>
              <a:rPr lang="zh-TW" altLang="en-US" sz="4400" dirty="0"/>
              <a:t>底下都有驗證例子</a:t>
            </a:r>
            <a:r>
              <a:rPr lang="en-US" altLang="zh-TW" sz="4400" dirty="0"/>
              <a:t>,</a:t>
            </a:r>
            <a:r>
              <a:rPr lang="zh-TW" altLang="en-US" sz="4400" dirty="0"/>
              <a:t>可以等</a:t>
            </a:r>
            <a:r>
              <a:rPr lang="en-US" altLang="zh-TW" sz="4400" dirty="0"/>
              <a:t>ai</a:t>
            </a:r>
            <a:r>
              <a:rPr lang="zh-TW" altLang="en-US" sz="4400" dirty="0"/>
              <a:t>實作完自己去驗證結果</a:t>
            </a:r>
            <a:endParaRPr lang="en-US" altLang="zh-TW" sz="4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DB9263-F454-D967-593B-CC468437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75" y="1920240"/>
            <a:ext cx="11694985" cy="62458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23BDF3-A36C-76D2-876A-BB15D67C64E2}"/>
              </a:ext>
            </a:extLst>
          </p:cNvPr>
          <p:cNvSpPr/>
          <p:nvPr/>
        </p:nvSpPr>
        <p:spPr>
          <a:xfrm>
            <a:off x="4830126" y="2895600"/>
            <a:ext cx="6142673" cy="3428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CF64F-50FE-860B-7F23-FE806C42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733DFBEB-C845-9E80-CCB8-25FCE3B83B58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91E6403C-4808-B7D3-996E-5C8359D96D4F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7B02BF7C-C3B0-849A-2CF4-00869F97AA36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5846D371-0EC6-2359-C478-65AEB4FCEA8E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CE0C99E5-BE9D-1084-68AE-3B5A8E7F1033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311C0994-BD97-CE01-1A6D-13E5161C14A3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19E34192-5172-6D3C-5394-70B9F043F358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41F03195-D5A1-94E9-3FA8-D76B79028E3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8FB96E4D-83F6-685E-4AAE-54E5794027BC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9C5F6ACA-097E-E61F-9950-AF628629CF7E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0B6BC10A-FC38-F086-2173-81D95CBE0EC6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ABE23CB5-D924-3243-5535-1FAE4024D15C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3BF42A7C-EA0B-B419-CD1B-9CE6AF88ADAE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4A48FA15-780E-4482-B82C-81CACC731924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7BB16C21-2EE0-20BF-E5C1-4B579B8978F7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D5D3CE9F-FDA5-24F5-E53F-3F89806077AB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2E94E505-46E7-EA51-7F7F-7A445DAAEDDB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38CAE4A5-70F6-C889-90A3-D32048517D10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5A0D60F3-86DA-17F3-00D1-3805FF005E6E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138B643E-0930-B9B6-0435-21A64296A7E4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3CF1E35E-7F9D-FA78-90AF-B648E3DC06B7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5CE286E0-2C8F-107E-2E46-A51F0A78A702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771F9974-60B8-A8EE-1D3D-B74BD850705C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10633DEE-7923-F793-9917-97EE81B21CC9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1B70A731-3155-FF40-C670-E75BEF2CEE7B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A20B450C-E3F6-F2A0-C9D2-5A446D51C37E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E7692B71-D69F-62D0-9010-7DB5BE663404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51718BB9-B75A-605F-6FA2-EB4C31AD53CC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A56323C5-0AA4-505C-32BE-DDD92DAEB906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F5E4EF46-DB20-21C8-B5F9-91217B15F7ED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15BA1306-F6CE-E5B5-E6AE-2A8D3648573D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8A251985-1424-113D-7005-28AF1CA9D0C1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A3D86F1B-54CC-D8F9-7761-78B80C6F86D6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DD2B147A-2D8A-85B0-E087-719B4E931EFC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33F89140-7BC0-5542-C23F-5C0F8F2A718C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E98C231D-6D8D-337C-F6F4-CF841C26C99E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07C60C07-16C4-2EAC-2967-3CB655FAC451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9A077E1E-7CD9-5005-62E1-BEA1FF18D450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4D9DD90F-7CC4-F2BC-BB68-1259E1FF8A03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83FF4958-36DF-DE80-5BDE-34FE21568533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F4AE149A-ECC8-793D-3314-A425675F5ACC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B607BA2D-F915-5654-B9CF-C466E547A711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E8FB3839-F740-FA49-0099-46812C2810B5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8620D696-32DE-D9BB-4E2A-C155334E7303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0DF8AB77-5DB8-E575-FF9D-0137AA82563D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71813502-D682-63D8-9A33-0AD0E0F31FBA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37557887-A112-BABE-D03D-9AA2027DD6F7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CF1D5497-7B54-017E-3760-229CE3DDB627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485F79E0-E50B-50FB-F146-3AC4DB7A0BD7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EEE1B0A3-25DF-888D-ABED-B40611D67084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F9D803DC-163E-DD93-3698-61511DD465B6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064D4761-CD2E-EA67-CA27-6F3F15D43B09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6C0B8CC7-6600-22D2-F859-5F3C4377496F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B924DC7B-20BC-86CF-0576-B0B2FE147CAD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3E6CA241-386E-5B96-7630-F89E77ECFF6C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F044BF9C-C8F8-58FB-68A5-67BAD4BF1288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647A42E7-2C8C-D0B3-6C95-756F0F7992FA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1BEDE79B-A157-204C-053A-CEF69C83D358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AB881F8F-2ED2-7CD1-FBC7-906A62104C95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BA145E35-AB51-B2F8-9771-6EB8A9CAA859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E4A36C91-08B4-891C-403F-A80237998CDA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800E2A33-850A-609B-A5F6-D41740F318CD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186CA950-791B-E9F5-CC71-E6B49451265B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A657FC96-B37B-610B-6076-205D2D809510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59F5EBDC-62BA-208C-D25F-1C4EDAC277A2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57D516A3-B803-1480-8590-CDF8BFC5B157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8E493781-8B06-ED01-B6DA-0B20D640DF8E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CC00E935-761D-DF09-B518-D71D9885BAA5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CB1A6D32-9F42-F4A1-B0B6-9AAF7586BD80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0A66C4BE-CC02-BD85-65DE-6AB4474A706F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5A9BF308-C62A-D2A2-0EA2-5ED7B5D6543C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3479CEB6-54F3-4112-1CEB-014EC5ACDFC4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9F42483B-60A3-B41E-B94A-1E36EF163161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343A59FB-BD58-5019-C50D-931FC4D94454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E4991664-F753-501B-3187-86FAB209E7A6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3F36BBE8-05EB-D18B-DCB4-3ADAE3D864C8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B0447DA3-8D33-0269-1DA0-8A80F9A8549C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595F1D2B-A75D-13E6-3C83-47D0093F130A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3E2C9D51-3B17-89B7-B252-75828E13D0A0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4B946E80-8C53-CAD7-0342-2D1C86D263A9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234866EA-A16E-60AE-5BF9-EA4681150C01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79873F07-80D7-20A7-ACE3-F7082E721DBD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86588DCE-44C8-58B7-3AD4-2E5C3F31BDAA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B626DEA7-48ED-1124-3FC6-D6964591FC34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7C0886ED-BE2A-EC63-B012-04D11BB57C78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5ED62E8A-BAB1-F374-B077-BE50C78D1488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402F81D5-5E56-3324-F632-908F7E03DCFB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1CB167B3-0DE1-EFF0-5317-FC1D7E22626D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429D8D6B-C533-9EBA-CFCB-90506428126D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742D0114-7369-1BD2-386C-D372D3C05555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42781465-EC9F-0D70-9078-40FE0135EE66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F7510E60-53F2-A1C3-A13A-F36D751047CE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54D8D494-2F51-9489-E8FB-5DC5FA9BFA5C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2031A193-E1A7-F89A-5FEA-77978544A81C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6C7FC233-3FAE-F9AD-37FF-EAF10418FB6F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AF062436-A660-A204-781A-9C0A25CE37AA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CA42468C-9A8C-DD7D-6F60-3363A287567E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CB6A0D66-376E-965A-0588-BF25DE422AEB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DA6136EE-F392-6754-4E37-0121F0A32FB4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013393F9-8BCF-3709-9CDA-384EA28A1C4F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881FD6CA-D875-C974-1DA5-E66BD3EB8796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F0CF7EB0-A5B1-5A57-E001-89F7D76C3E0E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3FE3CFE3-2F02-C689-A912-0B165DA0482F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C9F5C79A-1229-FEDD-4F7E-EFAB6588DB7D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B3774635-89EE-8AF1-DEA3-FE68554B2E91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34E6B489-3F5A-63FE-93FB-B3D884693627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ADBBCB5D-4D95-73FA-F184-9C17B5D5DD78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DF066BC9-87F7-7C95-D83E-06410A85E8C9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66623A3A-829C-0280-6AD3-A789CC2DBD8E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A1DE9100-9073-2B89-BBB4-EAC60B180BCE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A5B5282C-8600-C5F3-E948-750B390D52D3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9744BF1A-C4C4-D214-B8A1-05FA26630018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7A61EA0F-FFBB-CBAA-2E33-E9A472C51334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56889F91-4873-E8E6-F4A8-CF11131838C5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DE0E25FD-3B38-56BB-E1EB-B845C3B4AEAB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D0F88549-E739-8311-5B94-2A227E25F582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4A77EBE3-E5AA-5EAC-E8E9-0CFD9B4E308D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E90B4786-6D62-4E3F-CC9B-8FB3E8CB53A3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42B4ACBE-CCDB-97F8-6DEE-D573115D78EF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4C516E7C-571D-6B26-BBC7-F883B7228F19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F3A11148-D3A5-269A-AFE2-6F745ED95E74}"/>
              </a:ext>
            </a:extLst>
          </p:cNvPr>
          <p:cNvSpPr txBox="1"/>
          <p:nvPr/>
        </p:nvSpPr>
        <p:spPr>
          <a:xfrm>
            <a:off x="734060" y="565922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如何驗證，點左上角</a:t>
            </a:r>
            <a:r>
              <a:rPr lang="en-US" altLang="zh-TW" sz="4400" dirty="0"/>
              <a:t>Terminal</a:t>
            </a:r>
            <a:r>
              <a:rPr lang="zh-TW" altLang="en-US" sz="4400" dirty="0"/>
              <a:t>，選</a:t>
            </a:r>
            <a:r>
              <a:rPr lang="en-US" altLang="zh-TW" sz="4400" dirty="0"/>
              <a:t>New Terminal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CB8FD7B-FC03-DC57-AEB6-003E32224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655" y="1546569"/>
            <a:ext cx="13238480" cy="704879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E6C032A-480C-DDDA-3108-CC95FE296DD9}"/>
              </a:ext>
            </a:extLst>
          </p:cNvPr>
          <p:cNvSpPr/>
          <p:nvPr/>
        </p:nvSpPr>
        <p:spPr>
          <a:xfrm>
            <a:off x="3840479" y="1751975"/>
            <a:ext cx="1026162" cy="274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94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92EA-446B-ECB5-244A-C6C55372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AC60F388-AB61-FB53-10CE-56FCF78DC156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F97A1D46-DB71-4915-8EDA-A01209340822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161CF921-687F-8DA3-8CF5-A7B197424620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CD71B2F-7B44-1FBB-097D-47F40D011E4A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147EBDE1-D09B-B14A-8D9B-23F4F59594D8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4376A1C1-9651-1C46-455D-A13A44FF7F50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874D700C-F0F7-3808-E0C9-6B01DEA0D646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DABCFD0A-1A56-CE13-FC4F-9DC7157A648C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F72222B6-4EF0-F9A5-9CDA-461D23C627AE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F88435E-AEA8-4BE4-DB2D-E7DF364CB399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C6B73500-19C2-26D7-6C75-37699511AF17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8DB91D27-EA90-2255-AE60-E9CC4EE6AA48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10FEF8AD-A77E-C1F4-A9B4-5DB9C419206C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68C48FD9-F59C-E129-064F-76A64D674D63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07B2ECC7-681D-8F80-6F20-94AC637879CA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48979AE3-6FE0-B773-61E8-C27EC4ADF93E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34595045-48E2-14D3-A6C9-87921A3260D5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8D8392FE-185D-707D-0559-A8BED9F9C720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7972D366-B7BB-4864-EB31-3ECAB5DB94E6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F1190125-0EFC-B63E-3F2B-7943E23487D2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0FDF4C33-FE70-ACBC-4694-B2D05DA674F1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3753D3DA-0617-560F-4FE0-E16F44ACD8B2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DE6E9897-6D76-2880-727D-9719ACAA4702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922B252-DFF6-79CD-BAA1-57AD7B85EA08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90BFBF67-6426-100B-034C-A40AC2323F52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3D198CAB-1037-AFA8-EA74-B5D303E314FE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0136D134-A6A8-7FA7-05B5-081515BD56BF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E7377195-C061-851D-E5CE-0EF814396B03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5CB542F3-E9E9-FD12-24FF-513921BF3BE2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F70FD7C3-5D58-8024-03C0-66A8A4A9DB3B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7C55CA37-8D42-C80E-FE55-573A0B55D1BF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A7A0AFF5-6DD1-EF32-C737-1863961B77F0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B7016127-FFFE-AB9D-8E0A-EA36E7241726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0B8BF5E1-3D6C-67C3-D44E-AF284C1D5E96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17A1F9C8-0504-2288-1538-1B164AE47AFD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A6D3C4E5-151F-0F89-5ECC-BDA8E0C74E44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A7946CAB-28C9-F9EF-155C-2C0B463FE8BF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F3F5279A-8E1F-0290-CDE0-13064D3EC9D6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D882D243-3D6F-2112-E722-2E068DCB0B40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4F8ED396-4EAF-CA24-ABE2-86D33FB0FEDC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1713D10C-F6E9-DEC2-0FBF-3C5D04E2A294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0DF8AFCB-6618-4E9E-66C2-295A8D49B91C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C3ABDD0A-66D1-337E-F0CD-6EF72615A2FB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0BEDB36D-25FA-5ADA-3DEB-D95A9DFD9982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04ECAB24-E0EA-2659-8649-046110CA626C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6867BB5D-F440-3922-0AD4-B9EF6215BB2E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DC300F01-941B-10BB-4E46-74EC52C37CE3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AC57A034-E57E-C160-BB2D-2BC0C244315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3AB864F4-E757-7F15-25F0-2673D015475D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44ADC4D9-9001-CE55-BA7D-AEE2F27FAFC6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884EB3EC-E4B2-F2A9-DA87-25823EDA4B24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A1F654A5-2FE5-0BED-9160-D34E54A97999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3ACCEC61-6C62-BFFC-8FC4-19D9C3FF81B4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DAC847F8-7BE7-901A-2859-67540C8254F3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0754E83A-51CD-ECF6-6255-58CA983F5C75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C799AEE2-1730-6B57-95CD-DBB94F32916D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5377E1C5-74A2-AAAE-382A-94FC02AF6C14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FDAAA8DD-BE01-B66A-29BA-8C06DB3239DA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F44731AC-13BA-556B-18A9-0704D19FFC58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94016306-7A1B-EADA-5431-BB50E881B787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1035C9E8-0175-14E5-BA2D-F5F287CDBAD4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93AD3982-CAAB-3746-F320-AA6E677B334D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16E07C4D-692D-102E-1297-20A9D5613DD1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E9E2136E-0503-59C1-23F7-7F9F5FD9279C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21CBB25A-65A5-C721-9DFE-6A48FBC91574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3637B1B3-649B-F336-7883-FC7C00E147B7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ABF49140-B307-659C-FF74-B3D4DE534C0B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94218A72-3DC2-4875-5D2A-8FBAB52A12B4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BCD4A0B4-3D2E-858F-092D-09FAB894EF74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33C4C8CD-BC2F-3FA8-85CC-F253A04DF7E3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EF93E59D-7A57-E066-3127-E09CA3431239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B818AE5C-4F67-BA20-10B9-FB5537CD3F41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3E6313F2-F8BC-6DC7-1947-794C0EA7B83E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EFF142D1-261F-3064-12E9-E53E783733EA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162A0983-CB2F-53DA-8110-C97F985AD4AC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9681B643-1A64-CB85-8718-210CFB08823B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78A2CF50-BC85-FB27-89E5-D69E35967911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54D05DF1-B37D-04D0-5302-221140F1D7CC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2AF0953A-2E1E-1E04-A0AD-E6F5D65BC351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8AFA0C47-AE3F-57D4-E0F7-8EF5EED979EE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78D9CBAA-078E-C2FC-F63C-C80E0C576EAD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E7EDCD0D-9D43-EDE2-24CF-52ABC15F3E4D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453385B0-8D1A-7B72-F56E-26EC539F24E1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A89BB982-35BD-BF0C-3580-40DCA91788CC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85660BC-61F1-ABB5-A91D-F6127BAD1FCF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39629177-FA6C-A903-972B-C7682D95E9C4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40B07746-5EFB-65E5-CED0-87018381E165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82EEA8FD-5040-EC84-C6EB-F4AAF6852304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DBCAF935-4D95-1E3C-2CF3-189C6657A8AE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EB685A8A-80AF-235F-EAB8-2F4E71D1F207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5E14BA05-FD03-DE0C-C4C1-B38AA8B58650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961745F7-F62D-4751-63FF-F4A0451824FE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3DEEDBE4-BF09-EA77-A7CF-3F00135C2F3B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DAA679AF-4D39-58BD-994D-AFA04ABCE346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F204E456-D09D-5F29-7BEA-9202CC4FCBBD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7E208CAA-6E7C-EF23-3E83-4AA7B702DDD5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E7DE2F9F-687E-1E67-B9DE-0B660F56CC3B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3555C9B0-4A94-E5D4-E840-A7C9F1215784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126FEE39-2873-B329-09FC-1A2A7BA071A8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1BFEFDE2-545F-3739-753F-E5D4C35FC69C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DF0EF81C-6B47-C747-0F79-3CB24BCA2958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AEC8E525-B2EA-A747-5CE6-0B8C7EADD366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41DEBD72-1DA6-B534-1C12-3EAC31295FEA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F3C9AB13-9197-C815-38BD-8AA56A999172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DDEA95EA-FB14-15EB-0F94-630AC9418005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3A0BF25D-9E0B-F539-885D-E4006FA9AD1F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EE758A86-6761-0961-C7EE-90618CEE4D9C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71582002-AF6A-A59A-EB3B-2888621A298D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E7114C0D-1021-CFA0-2995-2B294182A35D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4E72C7D5-7892-BEB8-1A83-7FD8059D1F50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7DB86E28-0524-EA62-0371-7D9AE8519C46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66896567-7DE2-AB19-FC33-EBC3795AE917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49E26B2E-63CF-B401-216E-7727038B123C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6D8FB936-3A78-E4BE-3A48-E09617BEB68E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CB5FF8BA-C75F-170C-7900-B89B770D6D4A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CB3ABF97-857D-BE60-4D8C-D47B18BEC6FA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92CDBDE0-A335-09A4-E7A2-A4892446C9E9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6C437045-F3BC-76ED-4810-F5B4326609DB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4085468D-BEFD-9F0E-6912-BE08FDA2E7CF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88796275-03CF-758D-B3B6-AE53E8F980F8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7CAB5E2-D293-57B9-2F2B-F2EFC5BD5D3C}"/>
              </a:ext>
            </a:extLst>
          </p:cNvPr>
          <p:cNvSpPr txBox="1"/>
          <p:nvPr/>
        </p:nvSpPr>
        <p:spPr>
          <a:xfrm>
            <a:off x="711201" y="74693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把驗證指令貼在</a:t>
            </a:r>
            <a:r>
              <a:rPr lang="en-US" altLang="zh-TW" sz="4400" dirty="0"/>
              <a:t>terminal</a:t>
            </a:r>
            <a:r>
              <a:rPr lang="zh-TW" altLang="en-US" sz="4400" dirty="0"/>
              <a:t>，註</a:t>
            </a:r>
            <a:r>
              <a:rPr lang="en-US" altLang="zh-TW" sz="4400" dirty="0"/>
              <a:t>:</a:t>
            </a:r>
            <a:r>
              <a:rPr lang="zh-TW" altLang="en-US" sz="4400" dirty="0"/>
              <a:t>等</a:t>
            </a:r>
            <a:r>
              <a:rPr lang="en-US" altLang="zh-TW" sz="4400" dirty="0"/>
              <a:t>agent</a:t>
            </a:r>
            <a:r>
              <a:rPr lang="zh-TW" altLang="en-US" sz="4400" dirty="0"/>
              <a:t>實作完再驗證</a:t>
            </a:r>
            <a:endParaRPr lang="en-US" altLang="zh-TW"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74975BC-48EE-E3CB-AE56-1E0E0F97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874824"/>
            <a:ext cx="12689840" cy="677521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C07DBC9-5D8E-59AB-C3A6-B0B98336D485}"/>
              </a:ext>
            </a:extLst>
          </p:cNvPr>
          <p:cNvSpPr/>
          <p:nvPr/>
        </p:nvSpPr>
        <p:spPr>
          <a:xfrm>
            <a:off x="5079997" y="3886201"/>
            <a:ext cx="6715761" cy="25145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393F57-1477-52EC-EEB7-BC60C3A99234}"/>
              </a:ext>
            </a:extLst>
          </p:cNvPr>
          <p:cNvSpPr/>
          <p:nvPr/>
        </p:nvSpPr>
        <p:spPr>
          <a:xfrm>
            <a:off x="5008878" y="3215641"/>
            <a:ext cx="1849120" cy="274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DC259-C464-5BE4-30ED-E8D0AA4E9712}"/>
              </a:ext>
            </a:extLst>
          </p:cNvPr>
          <p:cNvSpPr/>
          <p:nvPr/>
        </p:nvSpPr>
        <p:spPr>
          <a:xfrm>
            <a:off x="4663439" y="6888480"/>
            <a:ext cx="4317999" cy="335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013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C32F5-C9DC-7050-1139-0E936D64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571F32FD-FB47-8C2E-2150-C1A86F3A21AA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E3C055B9-4F59-8BA1-A1A4-E0366E73D5BB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983A8C4B-10B1-6EE8-90FA-A65B6053953F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11EB1719-F981-52F2-529B-33E221859FF4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FE5CE04F-B1DA-756D-2127-9893E9EFA2BA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20FA8A90-03AD-135A-1066-07A86A75D26B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455FF50A-6824-A2AA-9256-04D1EE188BC4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4BCC7871-237C-0626-2512-7E88793E5AEB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F8ED59ED-4236-81F7-B247-D2BF8C6887E1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36D7496B-9F89-0531-7CA3-FA71C074E7E9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1B28FE3A-2505-8320-3FFE-7DFD6EFE6CCE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6E26EAC3-9053-1513-130C-58705D510E88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FE8588DD-91E2-251B-30A9-E6383CB50C34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D5F392CF-954D-1BD9-76F4-7FF3C965E02F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C3AA6DF1-6827-1D6A-A718-7DD6226F7643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7536647A-6957-1DAF-C141-38B12D212581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07F12CEC-DE1D-D801-325A-4268D416DF5A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5686CCD6-80E3-68A1-070B-F5D576389CCD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43ACF37D-14DB-1879-B032-D56096138821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8574FD97-B14F-7C18-D3A6-0ED17A98225F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98685A80-9394-B165-F693-AB79325A6BAD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96CD38D4-E180-04F7-6F80-3EF2AC0F873C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E21C0AA3-6439-9E3A-F73D-0E3705DA8785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2E3DE993-210A-8732-BFE1-025341C6EC31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C467F02E-6FE7-F9BD-85FA-AF9669CD55D4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192CDBA2-45AD-7562-4D6E-59CB6471FB08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4B46CE11-7415-9AEB-08B5-B02CD6EF6424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C537BBEB-D2A5-BD15-C871-7903BD215814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CD3D4F1E-9ECD-9E3B-052A-D5E09069C613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D3CD0972-BE65-FC8D-1839-06D8FDDA8643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B338E4E0-C80D-8A48-BB7D-DC2B20D92C03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F65F24CC-B936-5D20-1D05-50249E56A634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605C3D46-3BED-0EA3-06A8-E6DD54004D14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824773D6-5026-3EF6-6EE5-AC9F3BCF27EE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93E7E93E-1329-31F6-5FE1-F14963964EDC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E813B8E8-C515-952D-FAD4-97B9ECDCBCB4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4D6B8255-83B8-AC67-4B1B-2CEED2670C8C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A619A44D-A5B7-A843-D41C-0559F58A00DC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47791C8D-65A1-F2A9-EDA0-674797C9CF4A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80CE6FC0-FCAD-6BE1-9E6F-592B41AFE852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C7B41423-842A-CB90-42DA-DB06DD1D4B66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99F11B5D-01F6-0F1B-32FC-35A5B31668E6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FC16EBF7-7FAC-6CF0-721E-D9E40492C96A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B366E94A-D975-0BBD-0CE3-35839DD25A41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AE132BF5-C47B-7118-1BEE-FDFE0D757609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FD3CCF6B-031E-775D-E96D-2E368CA2F41D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55367B94-C7FB-B3D6-AE0A-2B50BB4F8CC9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11546FCB-9D13-8E96-CFC9-AF65CE8D63C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D88B607F-2721-62D7-AC85-96132D70019F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F0097A3D-A58E-5381-6304-E25CEB9276D4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7EF51A1B-2324-0D3C-CE1C-95D694DE0E15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3D3B3254-3E39-054A-2D73-B9F7299E4CF2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C6DF5648-9F05-5BD2-2DDE-F6400FA444B0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56B8F253-261F-5CA8-4EBD-D137A0EF843E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39C0559E-EEF6-9BA7-B705-364928E83D22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8C5CA7BD-1DD8-7C6F-82D1-EE14026B89DA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14EF4EF5-D9A3-8D1D-6AF9-D29F08BE6BF5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8CADA587-8CB9-57F0-3FED-9978FA200DD8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EF1F9B94-6C7D-F3FF-A706-2F0796AAA2A7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9D87F035-5178-72EA-6EF9-A6B534043494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F01DC1A4-22B5-E68A-3EFD-DBA4A79509E8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9F96899E-F6C9-19D8-DF82-E9222866AC4E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FF830BE9-E96E-8E62-C777-457D4232695D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8E63EB8C-5C57-835C-D796-A9393B134216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33B92396-7900-35B5-270F-40B59E32D7AF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20C6D19E-4623-9060-FE91-318ADA409BEC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28CE5A62-381A-458C-00EE-ED976D252717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BB6F33B3-576E-4877-AC61-6EC2F79F0DB4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5A26238F-D208-A3B4-DFC9-6F246D04261D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551CEB1D-0584-4AAC-AD5F-5AC47B12637F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A8B2AE29-A7EF-4919-09FD-1989AE1BEC36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19A40C7B-45AD-7D3C-2B76-94E53549C570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2F8883A1-9163-CCB7-F1F9-A2FD2D359849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47E64352-7745-AC01-6C19-3A664A3CD624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408F876F-C882-1B5C-1BE6-C39D07CB6442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71DA55AC-47B3-AC12-A891-C0455E7AFD67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B58AB182-3A99-CDF6-D6C0-C7ED3B2A10F9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7F754425-BD27-E879-7060-D852B49326CA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1871A8D0-B82B-24C9-B520-4A7308DC6C0A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C7F90D2C-FBCC-A533-CA25-AFE01DD2404D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94F1970A-A22F-C774-ED4C-65F8B9D910F1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53A8E801-418C-9525-33A6-2FB150F594E4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FEA23634-AA39-E19D-5DCE-AD91D66C091A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C01FC221-9F6F-1864-9E21-A7E39EEABD1F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2306B093-BD97-4D44-EF8F-D72FCFF52067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1D7FBA24-3967-BC6C-CC03-8645C1BA6948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5AF02A15-EB7E-6408-1998-3F65FB290C30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A9C6205D-9212-25F6-6CD7-CFC1E7CAA2D1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BD4C6346-9849-5144-D009-BBB1D6D0218F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F5C0C97C-6613-FD04-14B5-C2692F7CE4D7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2726A660-3554-81A8-1E06-850FF6FBBD78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2DB7B1C7-FBFD-4E57-8EC6-E6E3DBF0A18E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863D797E-BF40-1F28-F325-539A32FC6352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FDA1E91E-C2CF-ED2C-5BBF-F60B04E62CA5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6978C8C7-ECE9-9C1E-CD61-98E00EE973D9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11F2C2F9-7EFF-6864-957D-3104630FDA8B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CDBF04B8-3625-9D79-9DBB-799B91BC0C8C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C994DD44-4828-A77C-9B4B-357C8F5545B0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6C1BC7CF-F2F3-0E12-CE16-B74B810AD576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5B77C965-6294-C8A0-1BCA-CD3A28F26405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45A43445-287E-B867-FB56-93B7351A24C4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28C91B36-0303-420D-C3F6-79F2E1B843F8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2E8AB43E-9AF0-D563-E139-EA5E13608449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E65CE8CE-86A5-8E04-A354-A8A1E80D568C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696FBF24-755E-BC37-F7C3-B2E954619890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5FB39968-7530-B958-A6B7-BA7C31641EBF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F1A3AD5D-B0D7-B575-F73C-B78A806E0F9D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691A9FFD-DC7A-9ECB-4C86-2BC0AEE846DD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5CE27A55-69D2-3A5C-1300-670D2D39602A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B3DD9FF3-5243-19BF-ABA1-9B53B1E6767F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5D947B8F-8238-D600-3E51-62221AEE5065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A0DED6C0-D82B-98DA-5022-F753F0E21668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6BE869C4-C92A-EA6E-6586-88DD48336288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B1A1BE0F-8613-E620-D646-77A8BCC4AC0D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E6EF5031-9443-4F43-6935-1519F03D9FA8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25613F66-422B-5871-955C-3BFD5BDA9B75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6BD01B9F-E249-218B-2901-8E491DB6315C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A8C0214A-6E15-2561-2611-B2B2FC7C3978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6892FD91-017C-153D-E446-5254471BD73C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DF111B06-D1B9-D3CD-281C-9D093638FE26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D86EFE1E-5FE6-40DB-6E48-8B2593204682}"/>
              </a:ext>
            </a:extLst>
          </p:cNvPr>
          <p:cNvSpPr txBox="1"/>
          <p:nvPr/>
        </p:nvSpPr>
        <p:spPr>
          <a:xfrm>
            <a:off x="711201" y="392447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/>
              <a:t>重複步驟，直到完成</a:t>
            </a:r>
            <a:r>
              <a:rPr lang="en-US" altLang="zh-TW" sz="4400" dirty="0"/>
              <a:t>spec-01~09</a:t>
            </a:r>
          </a:p>
        </p:txBody>
      </p:sp>
    </p:spTree>
    <p:extLst>
      <p:ext uri="{BB962C8B-B14F-4D97-AF65-F5344CB8AC3E}">
        <p14:creationId xmlns:p14="http://schemas.microsoft.com/office/powerpoint/2010/main" val="138673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09C9B-A713-9559-4006-13C437BC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6E6E4A7F-8DDF-AA40-E7C7-424DF5D6B994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9D1E73B9-D8C7-19D7-9B28-420552D1CF74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EA1FF04D-2E32-F4C3-271D-1034C2DAA254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85C207C9-27D2-483F-F9ED-7E5F7FA8EED6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9FF194D1-3C7B-A5A7-1AA3-5623E488BC07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51328541-CBA9-8B43-A033-852233B33AA4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5689E945-3FC5-A0B5-1621-B0DB72CEB516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EA335162-D298-9934-4EE2-96258CBA8F0E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FF25BB45-E27A-CE72-FF05-ED3C323808F2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2F51A0A0-5C72-73E4-0EC5-D5CA23EADF2C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693D83E4-32C5-548C-766B-40A00B5128F0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48B534D3-6DF1-C627-B047-AD2FDCDBF180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5B48E828-024D-FD0F-F854-098003E85236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EEF675DC-AB70-D536-924A-9E074DDA2CFE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003E1B68-2592-FCCF-C255-00286DFF6077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95821CDE-7DD3-62FD-84F5-2B8EBD644F11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15859C27-8EA0-FB48-AA60-09651BF75F69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C020A30B-ED40-7D86-AA76-C63F85B14348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A236EBBB-EFBD-E1F8-8C77-E88903661656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60143BAD-C37F-5B90-A3A3-1BEACEF64790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11512807-D9FC-E356-A168-3E21AE2CB257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C6A1F1EF-CB50-9407-6065-C661AD08CD06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3589088C-AB73-26D5-190B-5C7CFDEEE02E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37686375-BC44-932F-EEFA-F40A2E880B9D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E31A6B18-1554-CAD7-FEB7-8DA1B982BBB7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649EB0F2-94E8-FAFF-3661-CFBF922D49E6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D6D93838-D2B2-FFF3-1778-6DA5C49F1A3B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C3DBD2B7-B502-A185-3B8A-CFADBB3295D0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695E73BC-6317-52CE-795A-F7E1022C9B82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7600E6ED-FF00-97DE-217E-796097CD7AA3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74C89EBB-A0F7-C497-579B-487303036C9C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38F51988-098C-2A2D-071A-36F35FD72CAF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77C0C9AE-5BF1-C675-2EFC-4A5C7336BE4F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B5D9F6F4-09C5-B800-3079-DFF5F40222D7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41C396EF-AFBF-36F3-FC9A-D040BA241C5F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6C84405F-4DEB-F8B0-05E0-4817D8EBEABB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12F0A706-028E-BA86-53FD-A8DF37B050D7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8FFFF76B-C326-4126-F049-AEBC60C46EA8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610BB5B8-54BB-CE89-0D40-83269CC29B73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3CF4738F-599F-9A00-5BE5-2E2DCEFCBF34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1EE0A63B-1F3A-38A8-188A-6510E0F96D24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CCD28070-AC4C-1986-09D9-BE5B8C385A20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0A4D7CF8-CE43-7905-151A-274BE247BDFF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52E90DF1-5393-3F64-A2BF-350763C4053B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E55A6081-0E35-6A31-012E-173DEBEB5FE5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921D8BCB-B6C2-CB14-562D-43A4BF71B96A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0105B5B3-09F1-92AC-685B-6F5C094376D4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B554F5F4-FF2D-F646-6F2E-775443DE4FEA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82A87138-24BB-621D-1434-32C0801230BB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7FF45448-3E19-DA87-88BE-AE1463624C0E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3FAA93D3-4F8A-3618-22CA-F2B72E88D311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3DC1F715-AB08-1B81-DDB9-B3602FAD68BD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ED9181A0-36BD-AD44-60B7-913018B9FFB8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CED6BFC3-3E7C-45E4-0A68-86672B181282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B34A96B6-0AD6-E1C9-C859-2B7D289F3F29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08C981BE-7A38-2D3C-9475-AC07BB56F356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9091A3B9-32E1-4B98-EE67-BDBAEC226B39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875A9784-BB2F-C910-79F6-DE2BEEB5B5B6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37107BAC-42AC-7BEA-C7E7-A2F1231D7511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6B997FAF-173E-7DA1-47C2-3CDFF0839E7A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80790EAD-0FB1-F0F9-EBF0-72DBC50D3933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1F472D32-D2E6-9ED0-2F06-42D9F20E7B6E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B555FCA0-C04B-6E94-ED62-D677C6B2E22E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A7BE2072-3D64-F701-5332-5FC1A8CC9440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52976EFC-7F57-4A31-B712-C219A62739A8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FCABDD5D-E45F-D876-C303-F3A99BBCC026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61ACE27D-602B-2AD6-6B4A-7366DB0D2059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F5B8051B-BEE5-48AF-B95B-63C92F93DCFC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AAD53E75-E436-0217-D462-BA14C6843A7C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80472157-DA45-62C7-E84D-00F9E25A1F82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3E027DEA-86BF-F8A5-4D95-849E50AB8EDE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BE94BB88-9AE2-0B47-C20D-C248CB05CEC5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D252C4B9-A3D2-2B18-B6E6-86649F44299E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BCF350A7-B0E9-938A-DCE3-FFF36398E259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E082DE86-89B8-FEC5-7B6F-4601445D785D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2C02A32F-6E73-2EBA-AA02-05FE7422CD29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FB79B039-31DB-C9A2-6592-8A219FE79B8F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A628B433-8A78-5E6C-91FA-E9C8CAEC2D35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EC8223D5-B8F7-26C7-44DC-425CDA40B7EE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0DAB436A-F1F5-903F-FE9E-E05691F30E9D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A54DD94E-7FE6-E521-5B83-70BA4CBE6891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B21AF3C0-DD28-4705-A07E-A043AE9353A9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786267C8-74FA-EC8C-EBFF-543EE19D5D25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ED3AE405-4352-7F43-FCD7-0CD00BD10D3F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C7F0D434-252E-5265-84A1-F17FA37C7D64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8BD3B5CE-3172-F10C-87DC-C73DA720F65F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F06A6F6C-EB57-CEF3-BF3E-469C5DA69D7F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EBD5D4D8-AEE1-61C7-0E21-08138C0A2BAA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59053EA4-07DA-C7AE-A0A4-6622CFCB9529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74CFBA7D-6A7A-AA1B-2353-9D6B218792FE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E999B887-3AF4-8152-D9B2-34404A3B2136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3B1CE479-6424-FE2F-42BB-DE4B2BAC413C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12230D08-A087-9608-21F7-C890F8A6AF99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A949D24F-2D1C-ED06-DD53-332B9F033D16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7F288AFF-D9C2-C3E2-A205-6ADC7809560C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43591043-30F2-CD48-D4FE-D94E576DB0CC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EC31850F-DD3C-67EC-88EF-77F3BC02C9AC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BCE51F3B-28A6-5A3F-F8A4-CDFAD7A4F986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70779AB7-DEE6-7376-C0A9-81D574C9A813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38F08646-7218-D3BA-EC73-91B0D6E7D444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E4567EA3-FA45-E845-D218-829E63DC34D5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8F494DF2-4ACD-0FD6-1B93-887B66916509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E13D1A07-D072-DB5B-D1F6-B66CB473AD8C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D247A124-2286-4F6A-4A50-C4DADCDBBA09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49F98480-F761-56E2-5FEE-37940992A841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C77E4B4F-5A8E-A088-3FD1-77213F4CB6FE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EBB96D20-53F6-A2AF-1624-D0AD66D47718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5794DFDD-CD76-36E2-830F-13CC6B0A291F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4E9255E9-CF61-5C19-FEE5-F7D3353DD9BA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B826D000-775E-AED3-4166-0E3AB2C1602E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41E3294A-B12B-6048-C1FE-512C6545574E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B5B5BC79-E70A-40E2-E5C9-9F2C9CB457A9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AAAC9B69-0366-7F9F-39BB-5ED4D82B4314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5FDA7672-F2A2-2A93-7507-7CAB6988C24F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4FACED6E-22E9-B04D-727E-35DF269C53D2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AB448E07-51C9-FCF0-413E-5D786E813C1B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729BBBD9-BE61-8A2E-6D57-4540D6334D34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603A17C6-2947-F3B7-48B2-20AC6E9FD00E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3936C1C4-A50E-E46A-5554-C69C70BF769C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616BDE08-8C6E-8C1D-1B23-9AC22577C871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FF820EB5-622F-1748-7F4E-886DF9408EAA}"/>
              </a:ext>
            </a:extLst>
          </p:cNvPr>
          <p:cNvSpPr txBox="1"/>
          <p:nvPr/>
        </p:nvSpPr>
        <p:spPr>
          <a:xfrm>
            <a:off x="822959" y="1128892"/>
            <a:ext cx="153619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altLang="zh-TW" sz="4400" dirty="0"/>
              <a:t>API</a:t>
            </a:r>
            <a:r>
              <a:rPr lang="zh-TW" altLang="en-US" sz="4400" dirty="0"/>
              <a:t>沒有回應，如果</a:t>
            </a:r>
            <a:r>
              <a:rPr lang="en-US" altLang="zh-TW" sz="4400" dirty="0"/>
              <a:t>API</a:t>
            </a:r>
            <a:r>
              <a:rPr lang="zh-TW" altLang="en-US" sz="4400" dirty="0"/>
              <a:t>回傳</a:t>
            </a:r>
            <a:r>
              <a:rPr lang="en-US" altLang="zh-TW" sz="4400" dirty="0"/>
              <a:t>503</a:t>
            </a:r>
            <a:r>
              <a:rPr lang="zh-TW" altLang="en-US" sz="4400" dirty="0"/>
              <a:t>或沒回傳，代表可能該節點正在繁忙，請使用其他模型測試</a:t>
            </a:r>
            <a:r>
              <a:rPr lang="en-US" altLang="zh-TW" sz="4400" dirty="0"/>
              <a:t>(gemini-3-flash</a:t>
            </a:r>
            <a:r>
              <a:rPr lang="zh-TW" altLang="en-US" sz="4400" dirty="0"/>
              <a:t>，</a:t>
            </a:r>
            <a:r>
              <a:rPr lang="en-US" altLang="zh-TW" sz="4400" dirty="0"/>
              <a:t>gemini-2.5-flash</a:t>
            </a:r>
            <a:r>
              <a:rPr lang="zh-TW" altLang="en-US" sz="4400" dirty="0"/>
              <a:t>，</a:t>
            </a:r>
            <a:r>
              <a:rPr lang="en-US" altLang="zh-TW" sz="4400" dirty="0"/>
              <a:t>gemini-2.5-flash-lite</a:t>
            </a:r>
            <a:r>
              <a:rPr lang="zh-TW" altLang="en-US" sz="4400" dirty="0"/>
              <a:t>、</a:t>
            </a:r>
            <a:r>
              <a:rPr lang="en-US" altLang="zh-TW" sz="4400" dirty="0"/>
              <a:t>gemini-3.1-flash-lite-preview)</a:t>
            </a:r>
          </a:p>
          <a:p>
            <a:pPr marL="742950" indent="-742950">
              <a:buFont typeface="+mj-lt"/>
              <a:buAutoNum type="arabicPeriod"/>
            </a:pPr>
            <a:endParaRPr lang="en-US" altLang="zh-TW" sz="4400" dirty="0"/>
          </a:p>
          <a:p>
            <a:pPr marL="742950" indent="-742950">
              <a:buFont typeface="+mj-lt"/>
              <a:buAutoNum type="arabicPeriod"/>
            </a:pPr>
            <a:r>
              <a:rPr lang="zh-TW" altLang="en-US" sz="4400" dirty="0"/>
              <a:t>驗證前請啟動</a:t>
            </a:r>
            <a:r>
              <a:rPr lang="en-US" altLang="zh-TW" sz="4400" dirty="0"/>
              <a:t>.</a:t>
            </a:r>
            <a:r>
              <a:rPr lang="en-US" altLang="zh-TW" sz="4400" dirty="0" err="1"/>
              <a:t>venv</a:t>
            </a:r>
            <a:r>
              <a:rPr lang="zh-TW" altLang="en-US" sz="4400" dirty="0"/>
              <a:t>環境，</a:t>
            </a:r>
            <a:r>
              <a:rPr lang="en-US" altLang="zh-TW" sz="4400" dirty="0"/>
              <a:t>.\.</a:t>
            </a:r>
            <a:r>
              <a:rPr lang="en-US" altLang="zh-TW" sz="4400" dirty="0" err="1"/>
              <a:t>venv</a:t>
            </a:r>
            <a:r>
              <a:rPr lang="en-US" altLang="zh-TW" sz="4400" dirty="0"/>
              <a:t>\Scripts\Activate.ps1</a:t>
            </a:r>
            <a:r>
              <a:rPr lang="zh-TW" altLang="en-US" sz="4400" dirty="0"/>
              <a:t>，啟動不了請輸入</a:t>
            </a:r>
            <a:r>
              <a:rPr lang="en-US" altLang="zh-TW" sz="4400" dirty="0"/>
              <a:t>cd </a:t>
            </a:r>
            <a:r>
              <a:rPr lang="en-US" altLang="zh-TW" sz="4400" dirty="0" err="1"/>
              <a:t>langgraph</a:t>
            </a:r>
            <a:r>
              <a:rPr lang="en-US" altLang="zh-TW" sz="4400" dirty="0"/>
              <a:t>-workshop</a:t>
            </a:r>
            <a:r>
              <a:rPr lang="zh-TW" altLang="en-US" sz="4400" dirty="0"/>
              <a:t>確保跟我在的目錄一致，啟動成功終端前面會有</a:t>
            </a:r>
            <a:r>
              <a:rPr lang="en-US" altLang="zh-TW" sz="4400" dirty="0"/>
              <a:t>.</a:t>
            </a:r>
            <a:r>
              <a:rPr lang="en-US" altLang="zh-TW" sz="4400" dirty="0" err="1"/>
              <a:t>venv</a:t>
            </a:r>
            <a:endParaRPr lang="en-US" altLang="zh-TW" sz="4400" dirty="0"/>
          </a:p>
          <a:p>
            <a:br>
              <a:rPr lang="en-US" altLang="zh-TW" sz="4400" dirty="0"/>
            </a:br>
            <a:endParaRPr lang="en-US" altLang="zh-TW" sz="4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13E06B1-F9B5-3DE7-5978-76F63116E6FA}"/>
              </a:ext>
            </a:extLst>
          </p:cNvPr>
          <p:cNvSpPr txBox="1"/>
          <p:nvPr/>
        </p:nvSpPr>
        <p:spPr>
          <a:xfrm>
            <a:off x="868679" y="48413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solidFill>
                  <a:srgbClr val="FF0000"/>
                </a:solidFill>
              </a:rPr>
              <a:t>常見問題</a:t>
            </a:r>
            <a:endParaRPr lang="en-US" altLang="zh-TW" sz="4400" dirty="0">
              <a:solidFill>
                <a:srgbClr val="FF00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574D9CF-9E97-B053-B9D5-9F720520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57" y="6032377"/>
            <a:ext cx="11592558" cy="238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1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6553F-BC24-E3F7-E609-4D3C4A9B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G10">
            <a:extLst>
              <a:ext uri="{FF2B5EF4-FFF2-40B4-BE49-F238E27FC236}">
                <a16:creationId xmlns:a16="http://schemas.microsoft.com/office/drawing/2014/main" id="{430EACBB-CC01-56E4-2223-BE7D1C2B4F7F}"/>
              </a:ext>
            </a:extLst>
          </p:cNvPr>
          <p:cNvSpPr/>
          <p:nvPr/>
        </p:nvSpPr>
        <p:spPr>
          <a:xfrm>
            <a:off x="10972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G11">
            <a:extLst>
              <a:ext uri="{FF2B5EF4-FFF2-40B4-BE49-F238E27FC236}">
                <a16:creationId xmlns:a16="http://schemas.microsoft.com/office/drawing/2014/main" id="{F5799F0A-8E3C-F27A-F0BD-43B4F85F9860}"/>
              </a:ext>
            </a:extLst>
          </p:cNvPr>
          <p:cNvSpPr/>
          <p:nvPr/>
        </p:nvSpPr>
        <p:spPr>
          <a:xfrm>
            <a:off x="21945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G12">
            <a:extLst>
              <a:ext uri="{FF2B5EF4-FFF2-40B4-BE49-F238E27FC236}">
                <a16:creationId xmlns:a16="http://schemas.microsoft.com/office/drawing/2014/main" id="{70C5DD0B-3B5F-7262-ADE8-04195A7FD599}"/>
              </a:ext>
            </a:extLst>
          </p:cNvPr>
          <p:cNvSpPr/>
          <p:nvPr/>
        </p:nvSpPr>
        <p:spPr>
          <a:xfrm>
            <a:off x="32918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G13">
            <a:extLst>
              <a:ext uri="{FF2B5EF4-FFF2-40B4-BE49-F238E27FC236}">
                <a16:creationId xmlns:a16="http://schemas.microsoft.com/office/drawing/2014/main" id="{3B94C65C-E600-5F55-21B2-CE3C672B2F2B}"/>
              </a:ext>
            </a:extLst>
          </p:cNvPr>
          <p:cNvSpPr/>
          <p:nvPr/>
        </p:nvSpPr>
        <p:spPr>
          <a:xfrm>
            <a:off x="43891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G14">
            <a:extLst>
              <a:ext uri="{FF2B5EF4-FFF2-40B4-BE49-F238E27FC236}">
                <a16:creationId xmlns:a16="http://schemas.microsoft.com/office/drawing/2014/main" id="{1BDEBD55-B914-2B85-5A86-905F27392DC1}"/>
              </a:ext>
            </a:extLst>
          </p:cNvPr>
          <p:cNvSpPr/>
          <p:nvPr/>
        </p:nvSpPr>
        <p:spPr>
          <a:xfrm>
            <a:off x="54864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G15">
            <a:extLst>
              <a:ext uri="{FF2B5EF4-FFF2-40B4-BE49-F238E27FC236}">
                <a16:creationId xmlns:a16="http://schemas.microsoft.com/office/drawing/2014/main" id="{AFA79051-9F17-F7D0-BF92-AA0EAA3A914D}"/>
              </a:ext>
            </a:extLst>
          </p:cNvPr>
          <p:cNvSpPr/>
          <p:nvPr/>
        </p:nvSpPr>
        <p:spPr>
          <a:xfrm>
            <a:off x="65836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G16">
            <a:extLst>
              <a:ext uri="{FF2B5EF4-FFF2-40B4-BE49-F238E27FC236}">
                <a16:creationId xmlns:a16="http://schemas.microsoft.com/office/drawing/2014/main" id="{944BF96F-9B60-E168-0FF6-F98A6201329E}"/>
              </a:ext>
            </a:extLst>
          </p:cNvPr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G17">
            <a:extLst>
              <a:ext uri="{FF2B5EF4-FFF2-40B4-BE49-F238E27FC236}">
                <a16:creationId xmlns:a16="http://schemas.microsoft.com/office/drawing/2014/main" id="{C72F54B1-2430-C18B-7522-2A3DE515C2D0}"/>
              </a:ext>
            </a:extLst>
          </p:cNvPr>
          <p:cNvSpPr/>
          <p:nvPr/>
        </p:nvSpPr>
        <p:spPr>
          <a:xfrm>
            <a:off x="87782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8" name="VG18">
            <a:extLst>
              <a:ext uri="{FF2B5EF4-FFF2-40B4-BE49-F238E27FC236}">
                <a16:creationId xmlns:a16="http://schemas.microsoft.com/office/drawing/2014/main" id="{9392657F-61F9-2547-4EDE-4AC73AFFB63E}"/>
              </a:ext>
            </a:extLst>
          </p:cNvPr>
          <p:cNvSpPr/>
          <p:nvPr/>
        </p:nvSpPr>
        <p:spPr>
          <a:xfrm>
            <a:off x="98755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G19">
            <a:extLst>
              <a:ext uri="{FF2B5EF4-FFF2-40B4-BE49-F238E27FC236}">
                <a16:creationId xmlns:a16="http://schemas.microsoft.com/office/drawing/2014/main" id="{780C58E5-8E45-3A29-418C-8E81F78487F7}"/>
              </a:ext>
            </a:extLst>
          </p:cNvPr>
          <p:cNvSpPr/>
          <p:nvPr/>
        </p:nvSpPr>
        <p:spPr>
          <a:xfrm>
            <a:off x="1097280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VG20">
            <a:extLst>
              <a:ext uri="{FF2B5EF4-FFF2-40B4-BE49-F238E27FC236}">
                <a16:creationId xmlns:a16="http://schemas.microsoft.com/office/drawing/2014/main" id="{1FCB8106-36EB-B4FD-362F-B4FB2A6F8C83}"/>
              </a:ext>
            </a:extLst>
          </p:cNvPr>
          <p:cNvSpPr/>
          <p:nvPr/>
        </p:nvSpPr>
        <p:spPr>
          <a:xfrm>
            <a:off x="1207008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G21">
            <a:extLst>
              <a:ext uri="{FF2B5EF4-FFF2-40B4-BE49-F238E27FC236}">
                <a16:creationId xmlns:a16="http://schemas.microsoft.com/office/drawing/2014/main" id="{991BA814-0339-ACB3-A537-FF0508326269}"/>
              </a:ext>
            </a:extLst>
          </p:cNvPr>
          <p:cNvSpPr/>
          <p:nvPr/>
        </p:nvSpPr>
        <p:spPr>
          <a:xfrm>
            <a:off x="1316736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VG22">
            <a:extLst>
              <a:ext uri="{FF2B5EF4-FFF2-40B4-BE49-F238E27FC236}">
                <a16:creationId xmlns:a16="http://schemas.microsoft.com/office/drawing/2014/main" id="{0008E775-0166-7EBE-9A2C-F9873930132D}"/>
              </a:ext>
            </a:extLst>
          </p:cNvPr>
          <p:cNvSpPr/>
          <p:nvPr/>
        </p:nvSpPr>
        <p:spPr>
          <a:xfrm>
            <a:off x="1426464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G23">
            <a:extLst>
              <a:ext uri="{FF2B5EF4-FFF2-40B4-BE49-F238E27FC236}">
                <a16:creationId xmlns:a16="http://schemas.microsoft.com/office/drawing/2014/main" id="{A6D89057-8FA8-6643-23F1-ADB2449CC3F0}"/>
              </a:ext>
            </a:extLst>
          </p:cNvPr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HG24">
            <a:extLst>
              <a:ext uri="{FF2B5EF4-FFF2-40B4-BE49-F238E27FC236}">
                <a16:creationId xmlns:a16="http://schemas.microsoft.com/office/drawing/2014/main" id="{A982AC8B-584F-65D4-38E3-EEAD0D5A84B6}"/>
              </a:ext>
            </a:extLst>
          </p:cNvPr>
          <p:cNvSpPr/>
          <p:nvPr/>
        </p:nvSpPr>
        <p:spPr>
          <a:xfrm>
            <a:off x="0" y="10972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HG25">
            <a:extLst>
              <a:ext uri="{FF2B5EF4-FFF2-40B4-BE49-F238E27FC236}">
                <a16:creationId xmlns:a16="http://schemas.microsoft.com/office/drawing/2014/main" id="{E3A78980-00F0-9414-D47A-F6970424C457}"/>
              </a:ext>
            </a:extLst>
          </p:cNvPr>
          <p:cNvSpPr/>
          <p:nvPr/>
        </p:nvSpPr>
        <p:spPr>
          <a:xfrm>
            <a:off x="0" y="21945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HG26">
            <a:extLst>
              <a:ext uri="{FF2B5EF4-FFF2-40B4-BE49-F238E27FC236}">
                <a16:creationId xmlns:a16="http://schemas.microsoft.com/office/drawing/2014/main" id="{840218E9-F29E-36FA-F034-102BF32543F4}"/>
              </a:ext>
            </a:extLst>
          </p:cNvPr>
          <p:cNvSpPr/>
          <p:nvPr/>
        </p:nvSpPr>
        <p:spPr>
          <a:xfrm>
            <a:off x="0" y="32918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HG27">
            <a:extLst>
              <a:ext uri="{FF2B5EF4-FFF2-40B4-BE49-F238E27FC236}">
                <a16:creationId xmlns:a16="http://schemas.microsoft.com/office/drawing/2014/main" id="{CC1F897D-7218-9186-1B22-19ABF232F394}"/>
              </a:ext>
            </a:extLst>
          </p:cNvPr>
          <p:cNvSpPr/>
          <p:nvPr/>
        </p:nvSpPr>
        <p:spPr>
          <a:xfrm>
            <a:off x="0" y="438912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HG28">
            <a:extLst>
              <a:ext uri="{FF2B5EF4-FFF2-40B4-BE49-F238E27FC236}">
                <a16:creationId xmlns:a16="http://schemas.microsoft.com/office/drawing/2014/main" id="{5B5F3C27-DB18-36B7-15B4-EAE9C3975BE4}"/>
              </a:ext>
            </a:extLst>
          </p:cNvPr>
          <p:cNvSpPr/>
          <p:nvPr/>
        </p:nvSpPr>
        <p:spPr>
          <a:xfrm>
            <a:off x="0" y="548640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HG29">
            <a:extLst>
              <a:ext uri="{FF2B5EF4-FFF2-40B4-BE49-F238E27FC236}">
                <a16:creationId xmlns:a16="http://schemas.microsoft.com/office/drawing/2014/main" id="{5B6AA984-1A3F-A6C5-BF09-9E5E8818DC2A}"/>
              </a:ext>
            </a:extLst>
          </p:cNvPr>
          <p:cNvSpPr/>
          <p:nvPr/>
        </p:nvSpPr>
        <p:spPr>
          <a:xfrm>
            <a:off x="0" y="658368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HG30">
            <a:extLst>
              <a:ext uri="{FF2B5EF4-FFF2-40B4-BE49-F238E27FC236}">
                <a16:creationId xmlns:a16="http://schemas.microsoft.com/office/drawing/2014/main" id="{78BF0E86-E016-01C0-0740-E842D95993E3}"/>
              </a:ext>
            </a:extLst>
          </p:cNvPr>
          <p:cNvSpPr/>
          <p:nvPr/>
        </p:nvSpPr>
        <p:spPr>
          <a:xfrm>
            <a:off x="0" y="768096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HG31">
            <a:extLst>
              <a:ext uri="{FF2B5EF4-FFF2-40B4-BE49-F238E27FC236}">
                <a16:creationId xmlns:a16="http://schemas.microsoft.com/office/drawing/2014/main" id="{73380A96-C715-124E-52CD-BFC89290463C}"/>
              </a:ext>
            </a:extLst>
          </p:cNvPr>
          <p:cNvSpPr/>
          <p:nvPr/>
        </p:nvSpPr>
        <p:spPr>
          <a:xfrm>
            <a:off x="0" y="8778240"/>
            <a:ext cx="16256000" cy="0"/>
          </a:xfrm>
          <a:prstGeom prst="line">
            <a:avLst/>
          </a:prstGeom>
          <a:ln w="9525">
            <a:solidFill>
              <a:srgbClr val="C8B89C">
                <a:alpha val="5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vm32">
            <a:extLst>
              <a:ext uri="{FF2B5EF4-FFF2-40B4-BE49-F238E27FC236}">
                <a16:creationId xmlns:a16="http://schemas.microsoft.com/office/drawing/2014/main" id="{21A84BC0-B971-CCA6-E80B-6AB6FB78FE94}"/>
              </a:ext>
            </a:extLst>
          </p:cNvPr>
          <p:cNvSpPr/>
          <p:nvPr/>
        </p:nvSpPr>
        <p:spPr>
          <a:xfrm>
            <a:off x="274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vm33">
            <a:extLst>
              <a:ext uri="{FF2B5EF4-FFF2-40B4-BE49-F238E27FC236}">
                <a16:creationId xmlns:a16="http://schemas.microsoft.com/office/drawing/2014/main" id="{0EA349AF-4FD6-C9CD-A928-2B836081A651}"/>
              </a:ext>
            </a:extLst>
          </p:cNvPr>
          <p:cNvSpPr/>
          <p:nvPr/>
        </p:nvSpPr>
        <p:spPr>
          <a:xfrm>
            <a:off x="548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vm34">
            <a:extLst>
              <a:ext uri="{FF2B5EF4-FFF2-40B4-BE49-F238E27FC236}">
                <a16:creationId xmlns:a16="http://schemas.microsoft.com/office/drawing/2014/main" id="{9325E17E-4F18-F4AA-1980-22B0721E9AC3}"/>
              </a:ext>
            </a:extLst>
          </p:cNvPr>
          <p:cNvSpPr/>
          <p:nvPr/>
        </p:nvSpPr>
        <p:spPr>
          <a:xfrm>
            <a:off x="822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vm35">
            <a:extLst>
              <a:ext uri="{FF2B5EF4-FFF2-40B4-BE49-F238E27FC236}">
                <a16:creationId xmlns:a16="http://schemas.microsoft.com/office/drawing/2014/main" id="{158C57F0-25E4-14A0-CF72-0F2580147A88}"/>
              </a:ext>
            </a:extLst>
          </p:cNvPr>
          <p:cNvSpPr/>
          <p:nvPr/>
        </p:nvSpPr>
        <p:spPr>
          <a:xfrm>
            <a:off x="1371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vm36">
            <a:extLst>
              <a:ext uri="{FF2B5EF4-FFF2-40B4-BE49-F238E27FC236}">
                <a16:creationId xmlns:a16="http://schemas.microsoft.com/office/drawing/2014/main" id="{96B8EC8C-8842-CC2F-9360-9DF2F725960A}"/>
              </a:ext>
            </a:extLst>
          </p:cNvPr>
          <p:cNvSpPr/>
          <p:nvPr/>
        </p:nvSpPr>
        <p:spPr>
          <a:xfrm>
            <a:off x="1645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vm37">
            <a:extLst>
              <a:ext uri="{FF2B5EF4-FFF2-40B4-BE49-F238E27FC236}">
                <a16:creationId xmlns:a16="http://schemas.microsoft.com/office/drawing/2014/main" id="{90272628-84E0-EB1C-6EE5-90B9918C6C38}"/>
              </a:ext>
            </a:extLst>
          </p:cNvPr>
          <p:cNvSpPr/>
          <p:nvPr/>
        </p:nvSpPr>
        <p:spPr>
          <a:xfrm>
            <a:off x="1920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vm38">
            <a:extLst>
              <a:ext uri="{FF2B5EF4-FFF2-40B4-BE49-F238E27FC236}">
                <a16:creationId xmlns:a16="http://schemas.microsoft.com/office/drawing/2014/main" id="{049DFC25-63DC-3100-E552-09819CE12056}"/>
              </a:ext>
            </a:extLst>
          </p:cNvPr>
          <p:cNvSpPr/>
          <p:nvPr/>
        </p:nvSpPr>
        <p:spPr>
          <a:xfrm>
            <a:off x="2468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vm39">
            <a:extLst>
              <a:ext uri="{FF2B5EF4-FFF2-40B4-BE49-F238E27FC236}">
                <a16:creationId xmlns:a16="http://schemas.microsoft.com/office/drawing/2014/main" id="{BA5DF6E2-19E5-0723-E1BE-EA985275D3AD}"/>
              </a:ext>
            </a:extLst>
          </p:cNvPr>
          <p:cNvSpPr/>
          <p:nvPr/>
        </p:nvSpPr>
        <p:spPr>
          <a:xfrm>
            <a:off x="2743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vm40">
            <a:extLst>
              <a:ext uri="{FF2B5EF4-FFF2-40B4-BE49-F238E27FC236}">
                <a16:creationId xmlns:a16="http://schemas.microsoft.com/office/drawing/2014/main" id="{4D65E391-C20E-684C-204C-7242F2656286}"/>
              </a:ext>
            </a:extLst>
          </p:cNvPr>
          <p:cNvSpPr/>
          <p:nvPr/>
        </p:nvSpPr>
        <p:spPr>
          <a:xfrm>
            <a:off x="30175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vm41">
            <a:extLst>
              <a:ext uri="{FF2B5EF4-FFF2-40B4-BE49-F238E27FC236}">
                <a16:creationId xmlns:a16="http://schemas.microsoft.com/office/drawing/2014/main" id="{20490130-D228-A5B6-0183-90C104480FAD}"/>
              </a:ext>
            </a:extLst>
          </p:cNvPr>
          <p:cNvSpPr/>
          <p:nvPr/>
        </p:nvSpPr>
        <p:spPr>
          <a:xfrm>
            <a:off x="3566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vm42">
            <a:extLst>
              <a:ext uri="{FF2B5EF4-FFF2-40B4-BE49-F238E27FC236}">
                <a16:creationId xmlns:a16="http://schemas.microsoft.com/office/drawing/2014/main" id="{5B0A7BAA-8DA7-F5F2-46E1-C4DDC61FA008}"/>
              </a:ext>
            </a:extLst>
          </p:cNvPr>
          <p:cNvSpPr/>
          <p:nvPr/>
        </p:nvSpPr>
        <p:spPr>
          <a:xfrm>
            <a:off x="3840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vm43">
            <a:extLst>
              <a:ext uri="{FF2B5EF4-FFF2-40B4-BE49-F238E27FC236}">
                <a16:creationId xmlns:a16="http://schemas.microsoft.com/office/drawing/2014/main" id="{CE06EA6F-412F-C894-9A58-73D750EF09F8}"/>
              </a:ext>
            </a:extLst>
          </p:cNvPr>
          <p:cNvSpPr/>
          <p:nvPr/>
        </p:nvSpPr>
        <p:spPr>
          <a:xfrm>
            <a:off x="41148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vm44">
            <a:extLst>
              <a:ext uri="{FF2B5EF4-FFF2-40B4-BE49-F238E27FC236}">
                <a16:creationId xmlns:a16="http://schemas.microsoft.com/office/drawing/2014/main" id="{A907FA57-17A6-DB15-A873-7D04C5FEB957}"/>
              </a:ext>
            </a:extLst>
          </p:cNvPr>
          <p:cNvSpPr/>
          <p:nvPr/>
        </p:nvSpPr>
        <p:spPr>
          <a:xfrm>
            <a:off x="4663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vm45">
            <a:extLst>
              <a:ext uri="{FF2B5EF4-FFF2-40B4-BE49-F238E27FC236}">
                <a16:creationId xmlns:a16="http://schemas.microsoft.com/office/drawing/2014/main" id="{5AF1C6BF-4E07-135A-C6A3-D1F16AAA73E1}"/>
              </a:ext>
            </a:extLst>
          </p:cNvPr>
          <p:cNvSpPr/>
          <p:nvPr/>
        </p:nvSpPr>
        <p:spPr>
          <a:xfrm>
            <a:off x="4937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vm46">
            <a:extLst>
              <a:ext uri="{FF2B5EF4-FFF2-40B4-BE49-F238E27FC236}">
                <a16:creationId xmlns:a16="http://schemas.microsoft.com/office/drawing/2014/main" id="{9640197B-F605-A894-3012-5CBDA5B2B06F}"/>
              </a:ext>
            </a:extLst>
          </p:cNvPr>
          <p:cNvSpPr/>
          <p:nvPr/>
        </p:nvSpPr>
        <p:spPr>
          <a:xfrm>
            <a:off x="52120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vm47">
            <a:extLst>
              <a:ext uri="{FF2B5EF4-FFF2-40B4-BE49-F238E27FC236}">
                <a16:creationId xmlns:a16="http://schemas.microsoft.com/office/drawing/2014/main" id="{B06184FC-6D87-D94A-796A-08595F00BE1B}"/>
              </a:ext>
            </a:extLst>
          </p:cNvPr>
          <p:cNvSpPr/>
          <p:nvPr/>
        </p:nvSpPr>
        <p:spPr>
          <a:xfrm>
            <a:off x="5760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vm48">
            <a:extLst>
              <a:ext uri="{FF2B5EF4-FFF2-40B4-BE49-F238E27FC236}">
                <a16:creationId xmlns:a16="http://schemas.microsoft.com/office/drawing/2014/main" id="{529611A8-7A8E-853B-FA07-8CF46B90848D}"/>
              </a:ext>
            </a:extLst>
          </p:cNvPr>
          <p:cNvSpPr/>
          <p:nvPr/>
        </p:nvSpPr>
        <p:spPr>
          <a:xfrm>
            <a:off x="6035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vm49">
            <a:extLst>
              <a:ext uri="{FF2B5EF4-FFF2-40B4-BE49-F238E27FC236}">
                <a16:creationId xmlns:a16="http://schemas.microsoft.com/office/drawing/2014/main" id="{08C9A34C-82E5-22DA-356F-8909FAC9532D}"/>
              </a:ext>
            </a:extLst>
          </p:cNvPr>
          <p:cNvSpPr/>
          <p:nvPr/>
        </p:nvSpPr>
        <p:spPr>
          <a:xfrm>
            <a:off x="63093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vm50">
            <a:extLst>
              <a:ext uri="{FF2B5EF4-FFF2-40B4-BE49-F238E27FC236}">
                <a16:creationId xmlns:a16="http://schemas.microsoft.com/office/drawing/2014/main" id="{A3845B6A-C76D-5CB4-D1FF-F7F0233FBCB8}"/>
              </a:ext>
            </a:extLst>
          </p:cNvPr>
          <p:cNvSpPr/>
          <p:nvPr/>
        </p:nvSpPr>
        <p:spPr>
          <a:xfrm>
            <a:off x="6858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vm51">
            <a:extLst>
              <a:ext uri="{FF2B5EF4-FFF2-40B4-BE49-F238E27FC236}">
                <a16:creationId xmlns:a16="http://schemas.microsoft.com/office/drawing/2014/main" id="{72E01A4C-A6B8-9D2A-8EF6-3F8C9E2D0795}"/>
              </a:ext>
            </a:extLst>
          </p:cNvPr>
          <p:cNvSpPr/>
          <p:nvPr/>
        </p:nvSpPr>
        <p:spPr>
          <a:xfrm>
            <a:off x="7132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vm52">
            <a:extLst>
              <a:ext uri="{FF2B5EF4-FFF2-40B4-BE49-F238E27FC236}">
                <a16:creationId xmlns:a16="http://schemas.microsoft.com/office/drawing/2014/main" id="{5A72440F-016B-C588-720E-4851BE344CDE}"/>
              </a:ext>
            </a:extLst>
          </p:cNvPr>
          <p:cNvSpPr/>
          <p:nvPr/>
        </p:nvSpPr>
        <p:spPr>
          <a:xfrm>
            <a:off x="74066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vm53">
            <a:extLst>
              <a:ext uri="{FF2B5EF4-FFF2-40B4-BE49-F238E27FC236}">
                <a16:creationId xmlns:a16="http://schemas.microsoft.com/office/drawing/2014/main" id="{CD2890C5-AD04-85C7-C0B3-F20040A27075}"/>
              </a:ext>
            </a:extLst>
          </p:cNvPr>
          <p:cNvSpPr/>
          <p:nvPr/>
        </p:nvSpPr>
        <p:spPr>
          <a:xfrm>
            <a:off x="7955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vm54">
            <a:extLst>
              <a:ext uri="{FF2B5EF4-FFF2-40B4-BE49-F238E27FC236}">
                <a16:creationId xmlns:a16="http://schemas.microsoft.com/office/drawing/2014/main" id="{971C2D5D-7E18-F0AF-058F-CDF177F2F076}"/>
              </a:ext>
            </a:extLst>
          </p:cNvPr>
          <p:cNvSpPr/>
          <p:nvPr/>
        </p:nvSpPr>
        <p:spPr>
          <a:xfrm>
            <a:off x="8229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vm55">
            <a:extLst>
              <a:ext uri="{FF2B5EF4-FFF2-40B4-BE49-F238E27FC236}">
                <a16:creationId xmlns:a16="http://schemas.microsoft.com/office/drawing/2014/main" id="{95B2832F-7819-A4EC-B836-FE447F56415E}"/>
              </a:ext>
            </a:extLst>
          </p:cNvPr>
          <p:cNvSpPr/>
          <p:nvPr/>
        </p:nvSpPr>
        <p:spPr>
          <a:xfrm>
            <a:off x="85039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vm56">
            <a:extLst>
              <a:ext uri="{FF2B5EF4-FFF2-40B4-BE49-F238E27FC236}">
                <a16:creationId xmlns:a16="http://schemas.microsoft.com/office/drawing/2014/main" id="{BEEC663C-AE83-45E5-DAB3-8A868F585BBC}"/>
              </a:ext>
            </a:extLst>
          </p:cNvPr>
          <p:cNvSpPr/>
          <p:nvPr/>
        </p:nvSpPr>
        <p:spPr>
          <a:xfrm>
            <a:off x="9052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vm57">
            <a:extLst>
              <a:ext uri="{FF2B5EF4-FFF2-40B4-BE49-F238E27FC236}">
                <a16:creationId xmlns:a16="http://schemas.microsoft.com/office/drawing/2014/main" id="{6B782129-72E8-E442-801B-BCE620DFFA86}"/>
              </a:ext>
            </a:extLst>
          </p:cNvPr>
          <p:cNvSpPr/>
          <p:nvPr/>
        </p:nvSpPr>
        <p:spPr>
          <a:xfrm>
            <a:off x="9326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vm58">
            <a:extLst>
              <a:ext uri="{FF2B5EF4-FFF2-40B4-BE49-F238E27FC236}">
                <a16:creationId xmlns:a16="http://schemas.microsoft.com/office/drawing/2014/main" id="{28DEA318-3AF5-C638-06CD-F98524EEE233}"/>
              </a:ext>
            </a:extLst>
          </p:cNvPr>
          <p:cNvSpPr/>
          <p:nvPr/>
        </p:nvSpPr>
        <p:spPr>
          <a:xfrm>
            <a:off x="96012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vm59">
            <a:extLst>
              <a:ext uri="{FF2B5EF4-FFF2-40B4-BE49-F238E27FC236}">
                <a16:creationId xmlns:a16="http://schemas.microsoft.com/office/drawing/2014/main" id="{D1F35772-6A18-08C7-C821-9EB92179E202}"/>
              </a:ext>
            </a:extLst>
          </p:cNvPr>
          <p:cNvSpPr/>
          <p:nvPr/>
        </p:nvSpPr>
        <p:spPr>
          <a:xfrm>
            <a:off x="101498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vm60">
            <a:extLst>
              <a:ext uri="{FF2B5EF4-FFF2-40B4-BE49-F238E27FC236}">
                <a16:creationId xmlns:a16="http://schemas.microsoft.com/office/drawing/2014/main" id="{79CF16A0-FC6C-BEF2-F55C-3FC5839782EC}"/>
              </a:ext>
            </a:extLst>
          </p:cNvPr>
          <p:cNvSpPr/>
          <p:nvPr/>
        </p:nvSpPr>
        <p:spPr>
          <a:xfrm>
            <a:off x="104241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vm61">
            <a:extLst>
              <a:ext uri="{FF2B5EF4-FFF2-40B4-BE49-F238E27FC236}">
                <a16:creationId xmlns:a16="http://schemas.microsoft.com/office/drawing/2014/main" id="{E8748C10-AA66-A3D6-FE13-DD49DCA1B1EE}"/>
              </a:ext>
            </a:extLst>
          </p:cNvPr>
          <p:cNvSpPr/>
          <p:nvPr/>
        </p:nvSpPr>
        <p:spPr>
          <a:xfrm>
            <a:off x="106984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vm62">
            <a:extLst>
              <a:ext uri="{FF2B5EF4-FFF2-40B4-BE49-F238E27FC236}">
                <a16:creationId xmlns:a16="http://schemas.microsoft.com/office/drawing/2014/main" id="{204F6090-2A71-BE77-279F-92683306915F}"/>
              </a:ext>
            </a:extLst>
          </p:cNvPr>
          <p:cNvSpPr/>
          <p:nvPr/>
        </p:nvSpPr>
        <p:spPr>
          <a:xfrm>
            <a:off x="112471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vm63">
            <a:extLst>
              <a:ext uri="{FF2B5EF4-FFF2-40B4-BE49-F238E27FC236}">
                <a16:creationId xmlns:a16="http://schemas.microsoft.com/office/drawing/2014/main" id="{BBB817AC-1596-EADB-3285-0C20E19F5C70}"/>
              </a:ext>
            </a:extLst>
          </p:cNvPr>
          <p:cNvSpPr/>
          <p:nvPr/>
        </p:nvSpPr>
        <p:spPr>
          <a:xfrm>
            <a:off x="115214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vm64">
            <a:extLst>
              <a:ext uri="{FF2B5EF4-FFF2-40B4-BE49-F238E27FC236}">
                <a16:creationId xmlns:a16="http://schemas.microsoft.com/office/drawing/2014/main" id="{179E6D1C-501E-23D2-00E4-64F79AD70889}"/>
              </a:ext>
            </a:extLst>
          </p:cNvPr>
          <p:cNvSpPr/>
          <p:nvPr/>
        </p:nvSpPr>
        <p:spPr>
          <a:xfrm>
            <a:off x="117957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vm65">
            <a:extLst>
              <a:ext uri="{FF2B5EF4-FFF2-40B4-BE49-F238E27FC236}">
                <a16:creationId xmlns:a16="http://schemas.microsoft.com/office/drawing/2014/main" id="{3F330354-38CA-FC00-289C-449311AAA916}"/>
              </a:ext>
            </a:extLst>
          </p:cNvPr>
          <p:cNvSpPr/>
          <p:nvPr/>
        </p:nvSpPr>
        <p:spPr>
          <a:xfrm>
            <a:off x="123444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vm66">
            <a:extLst>
              <a:ext uri="{FF2B5EF4-FFF2-40B4-BE49-F238E27FC236}">
                <a16:creationId xmlns:a16="http://schemas.microsoft.com/office/drawing/2014/main" id="{A9454911-C577-286A-3107-D59E0F6741B7}"/>
              </a:ext>
            </a:extLst>
          </p:cNvPr>
          <p:cNvSpPr/>
          <p:nvPr/>
        </p:nvSpPr>
        <p:spPr>
          <a:xfrm>
            <a:off x="126187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vm67">
            <a:extLst>
              <a:ext uri="{FF2B5EF4-FFF2-40B4-BE49-F238E27FC236}">
                <a16:creationId xmlns:a16="http://schemas.microsoft.com/office/drawing/2014/main" id="{45BFDE54-72AC-34D1-D760-050903E2A2C1}"/>
              </a:ext>
            </a:extLst>
          </p:cNvPr>
          <p:cNvSpPr/>
          <p:nvPr/>
        </p:nvSpPr>
        <p:spPr>
          <a:xfrm>
            <a:off x="128930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vm68">
            <a:extLst>
              <a:ext uri="{FF2B5EF4-FFF2-40B4-BE49-F238E27FC236}">
                <a16:creationId xmlns:a16="http://schemas.microsoft.com/office/drawing/2014/main" id="{D3D563BC-7063-3A10-07A2-7885352B7362}"/>
              </a:ext>
            </a:extLst>
          </p:cNvPr>
          <p:cNvSpPr/>
          <p:nvPr/>
        </p:nvSpPr>
        <p:spPr>
          <a:xfrm>
            <a:off x="134416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vm69">
            <a:extLst>
              <a:ext uri="{FF2B5EF4-FFF2-40B4-BE49-F238E27FC236}">
                <a16:creationId xmlns:a16="http://schemas.microsoft.com/office/drawing/2014/main" id="{CCE5D5A0-8FBC-9C12-84F8-7D463019CCC3}"/>
              </a:ext>
            </a:extLst>
          </p:cNvPr>
          <p:cNvSpPr/>
          <p:nvPr/>
        </p:nvSpPr>
        <p:spPr>
          <a:xfrm>
            <a:off x="137160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vm70">
            <a:extLst>
              <a:ext uri="{FF2B5EF4-FFF2-40B4-BE49-F238E27FC236}">
                <a16:creationId xmlns:a16="http://schemas.microsoft.com/office/drawing/2014/main" id="{C2CFF3E9-C8FC-568C-87DA-D4F261904F92}"/>
              </a:ext>
            </a:extLst>
          </p:cNvPr>
          <p:cNvSpPr/>
          <p:nvPr/>
        </p:nvSpPr>
        <p:spPr>
          <a:xfrm>
            <a:off x="1399032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vm71">
            <a:extLst>
              <a:ext uri="{FF2B5EF4-FFF2-40B4-BE49-F238E27FC236}">
                <a16:creationId xmlns:a16="http://schemas.microsoft.com/office/drawing/2014/main" id="{7C1BFBCD-61EC-3432-5BF4-B4FD8F2F0F2C}"/>
              </a:ext>
            </a:extLst>
          </p:cNvPr>
          <p:cNvSpPr/>
          <p:nvPr/>
        </p:nvSpPr>
        <p:spPr>
          <a:xfrm>
            <a:off x="145389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vm72">
            <a:extLst>
              <a:ext uri="{FF2B5EF4-FFF2-40B4-BE49-F238E27FC236}">
                <a16:creationId xmlns:a16="http://schemas.microsoft.com/office/drawing/2014/main" id="{01D3E558-045F-DAC5-CC44-69B4C9B08180}"/>
              </a:ext>
            </a:extLst>
          </p:cNvPr>
          <p:cNvSpPr/>
          <p:nvPr/>
        </p:nvSpPr>
        <p:spPr>
          <a:xfrm>
            <a:off x="148132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vm73">
            <a:extLst>
              <a:ext uri="{FF2B5EF4-FFF2-40B4-BE49-F238E27FC236}">
                <a16:creationId xmlns:a16="http://schemas.microsoft.com/office/drawing/2014/main" id="{4C077A9F-BDAD-1C29-BE8B-5CAAE1F0FBD4}"/>
              </a:ext>
            </a:extLst>
          </p:cNvPr>
          <p:cNvSpPr/>
          <p:nvPr/>
        </p:nvSpPr>
        <p:spPr>
          <a:xfrm>
            <a:off x="1508760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vm74">
            <a:extLst>
              <a:ext uri="{FF2B5EF4-FFF2-40B4-BE49-F238E27FC236}">
                <a16:creationId xmlns:a16="http://schemas.microsoft.com/office/drawing/2014/main" id="{B3689AF7-5298-07B8-9828-E3BBF213A0B7}"/>
              </a:ext>
            </a:extLst>
          </p:cNvPr>
          <p:cNvSpPr/>
          <p:nvPr/>
        </p:nvSpPr>
        <p:spPr>
          <a:xfrm>
            <a:off x="1563624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vm75">
            <a:extLst>
              <a:ext uri="{FF2B5EF4-FFF2-40B4-BE49-F238E27FC236}">
                <a16:creationId xmlns:a16="http://schemas.microsoft.com/office/drawing/2014/main" id="{9A50FE83-70C9-67C3-DA2A-B521879D03F7}"/>
              </a:ext>
            </a:extLst>
          </p:cNvPr>
          <p:cNvSpPr/>
          <p:nvPr/>
        </p:nvSpPr>
        <p:spPr>
          <a:xfrm>
            <a:off x="1591056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vm76">
            <a:extLst>
              <a:ext uri="{FF2B5EF4-FFF2-40B4-BE49-F238E27FC236}">
                <a16:creationId xmlns:a16="http://schemas.microsoft.com/office/drawing/2014/main" id="{9B8CF478-58C2-4C96-0A52-85BF8622F464}"/>
              </a:ext>
            </a:extLst>
          </p:cNvPr>
          <p:cNvSpPr/>
          <p:nvPr/>
        </p:nvSpPr>
        <p:spPr>
          <a:xfrm>
            <a:off x="16184880" y="0"/>
            <a:ext cx="0" cy="914400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hm77">
            <a:extLst>
              <a:ext uri="{FF2B5EF4-FFF2-40B4-BE49-F238E27FC236}">
                <a16:creationId xmlns:a16="http://schemas.microsoft.com/office/drawing/2014/main" id="{F0E3E623-2E28-4E4F-C610-EBDC6FC560D3}"/>
              </a:ext>
            </a:extLst>
          </p:cNvPr>
          <p:cNvSpPr/>
          <p:nvPr/>
        </p:nvSpPr>
        <p:spPr>
          <a:xfrm>
            <a:off x="0" y="274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hm78">
            <a:extLst>
              <a:ext uri="{FF2B5EF4-FFF2-40B4-BE49-F238E27FC236}">
                <a16:creationId xmlns:a16="http://schemas.microsoft.com/office/drawing/2014/main" id="{F371019F-E4C1-33F9-212E-E9853BC09494}"/>
              </a:ext>
            </a:extLst>
          </p:cNvPr>
          <p:cNvSpPr/>
          <p:nvPr/>
        </p:nvSpPr>
        <p:spPr>
          <a:xfrm>
            <a:off x="0" y="548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hm79">
            <a:extLst>
              <a:ext uri="{FF2B5EF4-FFF2-40B4-BE49-F238E27FC236}">
                <a16:creationId xmlns:a16="http://schemas.microsoft.com/office/drawing/2014/main" id="{520C2485-3AC2-7E1F-8016-A20605814CD6}"/>
              </a:ext>
            </a:extLst>
          </p:cNvPr>
          <p:cNvSpPr/>
          <p:nvPr/>
        </p:nvSpPr>
        <p:spPr>
          <a:xfrm>
            <a:off x="0" y="8229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hm80">
            <a:extLst>
              <a:ext uri="{FF2B5EF4-FFF2-40B4-BE49-F238E27FC236}">
                <a16:creationId xmlns:a16="http://schemas.microsoft.com/office/drawing/2014/main" id="{3FF7774E-B828-5E1F-BF1E-7FC8A0652B6D}"/>
              </a:ext>
            </a:extLst>
          </p:cNvPr>
          <p:cNvSpPr/>
          <p:nvPr/>
        </p:nvSpPr>
        <p:spPr>
          <a:xfrm>
            <a:off x="0" y="1371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hm81">
            <a:extLst>
              <a:ext uri="{FF2B5EF4-FFF2-40B4-BE49-F238E27FC236}">
                <a16:creationId xmlns:a16="http://schemas.microsoft.com/office/drawing/2014/main" id="{BB48FEC0-30AB-83CA-017A-43F19EB218D7}"/>
              </a:ext>
            </a:extLst>
          </p:cNvPr>
          <p:cNvSpPr/>
          <p:nvPr/>
        </p:nvSpPr>
        <p:spPr>
          <a:xfrm>
            <a:off x="0" y="1645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hm82">
            <a:extLst>
              <a:ext uri="{FF2B5EF4-FFF2-40B4-BE49-F238E27FC236}">
                <a16:creationId xmlns:a16="http://schemas.microsoft.com/office/drawing/2014/main" id="{711D131B-F1D0-7AF8-E926-53079E91EC56}"/>
              </a:ext>
            </a:extLst>
          </p:cNvPr>
          <p:cNvSpPr/>
          <p:nvPr/>
        </p:nvSpPr>
        <p:spPr>
          <a:xfrm>
            <a:off x="0" y="19202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hm83">
            <a:extLst>
              <a:ext uri="{FF2B5EF4-FFF2-40B4-BE49-F238E27FC236}">
                <a16:creationId xmlns:a16="http://schemas.microsoft.com/office/drawing/2014/main" id="{FE85220D-805D-5612-4C9F-5AF160F665B4}"/>
              </a:ext>
            </a:extLst>
          </p:cNvPr>
          <p:cNvSpPr/>
          <p:nvPr/>
        </p:nvSpPr>
        <p:spPr>
          <a:xfrm>
            <a:off x="0" y="24688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hm84">
            <a:extLst>
              <a:ext uri="{FF2B5EF4-FFF2-40B4-BE49-F238E27FC236}">
                <a16:creationId xmlns:a16="http://schemas.microsoft.com/office/drawing/2014/main" id="{22D5EC81-A01F-E56C-9532-4FBABD12DCBB}"/>
              </a:ext>
            </a:extLst>
          </p:cNvPr>
          <p:cNvSpPr/>
          <p:nvPr/>
        </p:nvSpPr>
        <p:spPr>
          <a:xfrm>
            <a:off x="0" y="27432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hm85">
            <a:extLst>
              <a:ext uri="{FF2B5EF4-FFF2-40B4-BE49-F238E27FC236}">
                <a16:creationId xmlns:a16="http://schemas.microsoft.com/office/drawing/2014/main" id="{41D5FDE1-BDAC-7664-2ABB-CF330FF3FB3C}"/>
              </a:ext>
            </a:extLst>
          </p:cNvPr>
          <p:cNvSpPr/>
          <p:nvPr/>
        </p:nvSpPr>
        <p:spPr>
          <a:xfrm>
            <a:off x="0" y="30175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hm86">
            <a:extLst>
              <a:ext uri="{FF2B5EF4-FFF2-40B4-BE49-F238E27FC236}">
                <a16:creationId xmlns:a16="http://schemas.microsoft.com/office/drawing/2014/main" id="{BABE52A8-9B28-0D49-0116-9F6E14C2395C}"/>
              </a:ext>
            </a:extLst>
          </p:cNvPr>
          <p:cNvSpPr/>
          <p:nvPr/>
        </p:nvSpPr>
        <p:spPr>
          <a:xfrm>
            <a:off x="-71120" y="35814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hm87">
            <a:extLst>
              <a:ext uri="{FF2B5EF4-FFF2-40B4-BE49-F238E27FC236}">
                <a16:creationId xmlns:a16="http://schemas.microsoft.com/office/drawing/2014/main" id="{528972A4-79E3-3F4C-AF60-6D1CCE19E1A1}"/>
              </a:ext>
            </a:extLst>
          </p:cNvPr>
          <p:cNvSpPr/>
          <p:nvPr/>
        </p:nvSpPr>
        <p:spPr>
          <a:xfrm>
            <a:off x="0" y="38404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hm88">
            <a:extLst>
              <a:ext uri="{FF2B5EF4-FFF2-40B4-BE49-F238E27FC236}">
                <a16:creationId xmlns:a16="http://schemas.microsoft.com/office/drawing/2014/main" id="{0F343029-C613-7982-5173-5A53120819C5}"/>
              </a:ext>
            </a:extLst>
          </p:cNvPr>
          <p:cNvSpPr/>
          <p:nvPr/>
        </p:nvSpPr>
        <p:spPr>
          <a:xfrm>
            <a:off x="0" y="41148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9" name="hm89">
            <a:extLst>
              <a:ext uri="{FF2B5EF4-FFF2-40B4-BE49-F238E27FC236}">
                <a16:creationId xmlns:a16="http://schemas.microsoft.com/office/drawing/2014/main" id="{4751C492-A566-D93B-A726-F5A2F9B83A11}"/>
              </a:ext>
            </a:extLst>
          </p:cNvPr>
          <p:cNvSpPr/>
          <p:nvPr/>
        </p:nvSpPr>
        <p:spPr>
          <a:xfrm>
            <a:off x="0" y="46634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hm90">
            <a:extLst>
              <a:ext uri="{FF2B5EF4-FFF2-40B4-BE49-F238E27FC236}">
                <a16:creationId xmlns:a16="http://schemas.microsoft.com/office/drawing/2014/main" id="{551C5743-597F-BF47-AF80-8D60C979B295}"/>
              </a:ext>
            </a:extLst>
          </p:cNvPr>
          <p:cNvSpPr/>
          <p:nvPr/>
        </p:nvSpPr>
        <p:spPr>
          <a:xfrm>
            <a:off x="0" y="49377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hm91">
            <a:extLst>
              <a:ext uri="{FF2B5EF4-FFF2-40B4-BE49-F238E27FC236}">
                <a16:creationId xmlns:a16="http://schemas.microsoft.com/office/drawing/2014/main" id="{94955336-A741-AC9C-9CF7-8F794070BD42}"/>
              </a:ext>
            </a:extLst>
          </p:cNvPr>
          <p:cNvSpPr/>
          <p:nvPr/>
        </p:nvSpPr>
        <p:spPr>
          <a:xfrm>
            <a:off x="0" y="52120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hm92">
            <a:extLst>
              <a:ext uri="{FF2B5EF4-FFF2-40B4-BE49-F238E27FC236}">
                <a16:creationId xmlns:a16="http://schemas.microsoft.com/office/drawing/2014/main" id="{B88C7205-3404-518B-F9C3-85C502D9E9B1}"/>
              </a:ext>
            </a:extLst>
          </p:cNvPr>
          <p:cNvSpPr/>
          <p:nvPr/>
        </p:nvSpPr>
        <p:spPr>
          <a:xfrm>
            <a:off x="0" y="57607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hm93">
            <a:extLst>
              <a:ext uri="{FF2B5EF4-FFF2-40B4-BE49-F238E27FC236}">
                <a16:creationId xmlns:a16="http://schemas.microsoft.com/office/drawing/2014/main" id="{FDE6D536-1BDF-B651-7575-34DD47D4D149}"/>
              </a:ext>
            </a:extLst>
          </p:cNvPr>
          <p:cNvSpPr/>
          <p:nvPr/>
        </p:nvSpPr>
        <p:spPr>
          <a:xfrm>
            <a:off x="0" y="60350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hm94">
            <a:extLst>
              <a:ext uri="{FF2B5EF4-FFF2-40B4-BE49-F238E27FC236}">
                <a16:creationId xmlns:a16="http://schemas.microsoft.com/office/drawing/2014/main" id="{88A9DDDF-B564-9160-9AA0-404AE8ED4ECD}"/>
              </a:ext>
            </a:extLst>
          </p:cNvPr>
          <p:cNvSpPr/>
          <p:nvPr/>
        </p:nvSpPr>
        <p:spPr>
          <a:xfrm>
            <a:off x="0" y="63093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hm95">
            <a:extLst>
              <a:ext uri="{FF2B5EF4-FFF2-40B4-BE49-F238E27FC236}">
                <a16:creationId xmlns:a16="http://schemas.microsoft.com/office/drawing/2014/main" id="{DBB37A99-61B5-872B-C696-1B71D3626B81}"/>
              </a:ext>
            </a:extLst>
          </p:cNvPr>
          <p:cNvSpPr/>
          <p:nvPr/>
        </p:nvSpPr>
        <p:spPr>
          <a:xfrm>
            <a:off x="0" y="68580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hm96">
            <a:extLst>
              <a:ext uri="{FF2B5EF4-FFF2-40B4-BE49-F238E27FC236}">
                <a16:creationId xmlns:a16="http://schemas.microsoft.com/office/drawing/2014/main" id="{64CC378C-DB3A-DB00-66BC-79F8ACD25504}"/>
              </a:ext>
            </a:extLst>
          </p:cNvPr>
          <p:cNvSpPr/>
          <p:nvPr/>
        </p:nvSpPr>
        <p:spPr>
          <a:xfrm>
            <a:off x="0" y="71323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hm97">
            <a:extLst>
              <a:ext uri="{FF2B5EF4-FFF2-40B4-BE49-F238E27FC236}">
                <a16:creationId xmlns:a16="http://schemas.microsoft.com/office/drawing/2014/main" id="{C3FC2C06-421E-733E-C92B-7AF9F1B65A8F}"/>
              </a:ext>
            </a:extLst>
          </p:cNvPr>
          <p:cNvSpPr/>
          <p:nvPr/>
        </p:nvSpPr>
        <p:spPr>
          <a:xfrm>
            <a:off x="0" y="740664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hm98">
            <a:extLst>
              <a:ext uri="{FF2B5EF4-FFF2-40B4-BE49-F238E27FC236}">
                <a16:creationId xmlns:a16="http://schemas.microsoft.com/office/drawing/2014/main" id="{D968FBFD-AF7A-FE67-5DD2-0B2D70483A3E}"/>
              </a:ext>
            </a:extLst>
          </p:cNvPr>
          <p:cNvSpPr/>
          <p:nvPr/>
        </p:nvSpPr>
        <p:spPr>
          <a:xfrm>
            <a:off x="0" y="795528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hm99">
            <a:extLst>
              <a:ext uri="{FF2B5EF4-FFF2-40B4-BE49-F238E27FC236}">
                <a16:creationId xmlns:a16="http://schemas.microsoft.com/office/drawing/2014/main" id="{8902A04A-ECA3-37BC-E618-8301D1FA4F2D}"/>
              </a:ext>
            </a:extLst>
          </p:cNvPr>
          <p:cNvSpPr/>
          <p:nvPr/>
        </p:nvSpPr>
        <p:spPr>
          <a:xfrm>
            <a:off x="0" y="822960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hm100">
            <a:extLst>
              <a:ext uri="{FF2B5EF4-FFF2-40B4-BE49-F238E27FC236}">
                <a16:creationId xmlns:a16="http://schemas.microsoft.com/office/drawing/2014/main" id="{D56ADB3B-7EB8-4F81-54CE-EFB8FB401C86}"/>
              </a:ext>
            </a:extLst>
          </p:cNvPr>
          <p:cNvSpPr/>
          <p:nvPr/>
        </p:nvSpPr>
        <p:spPr>
          <a:xfrm>
            <a:off x="0" y="850392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hm101">
            <a:extLst>
              <a:ext uri="{FF2B5EF4-FFF2-40B4-BE49-F238E27FC236}">
                <a16:creationId xmlns:a16="http://schemas.microsoft.com/office/drawing/2014/main" id="{3A5EC6ED-E695-29C9-B2D7-CD6B10AA31F0}"/>
              </a:ext>
            </a:extLst>
          </p:cNvPr>
          <p:cNvSpPr/>
          <p:nvPr/>
        </p:nvSpPr>
        <p:spPr>
          <a:xfrm>
            <a:off x="0" y="9052560"/>
            <a:ext cx="16256000" cy="0"/>
          </a:xfrm>
          <a:prstGeom prst="line">
            <a:avLst/>
          </a:prstGeom>
          <a:ln w="4763">
            <a:solidFill>
              <a:srgbClr val="D0C0A8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BT">
            <a:extLst>
              <a:ext uri="{FF2B5EF4-FFF2-40B4-BE49-F238E27FC236}">
                <a16:creationId xmlns:a16="http://schemas.microsoft.com/office/drawing/2014/main" id="{C9A39B5F-53B2-C822-85C0-E82217F0FD64}"/>
              </a:ext>
            </a:extLst>
          </p:cNvPr>
          <p:cNvSpPr/>
          <p:nvPr/>
        </p:nvSpPr>
        <p:spPr>
          <a:xfrm>
            <a:off x="457200" y="4572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BB">
            <a:extLst>
              <a:ext uri="{FF2B5EF4-FFF2-40B4-BE49-F238E27FC236}">
                <a16:creationId xmlns:a16="http://schemas.microsoft.com/office/drawing/2014/main" id="{AC06886A-BCFF-27B7-095D-54CA0BBD22C7}"/>
              </a:ext>
            </a:extLst>
          </p:cNvPr>
          <p:cNvSpPr/>
          <p:nvPr/>
        </p:nvSpPr>
        <p:spPr>
          <a:xfrm>
            <a:off x="457200" y="8686800"/>
            <a:ext cx="15341600" cy="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BL">
            <a:extLst>
              <a:ext uri="{FF2B5EF4-FFF2-40B4-BE49-F238E27FC236}">
                <a16:creationId xmlns:a16="http://schemas.microsoft.com/office/drawing/2014/main" id="{3FE291AF-050D-B403-57C3-530E5225AB60}"/>
              </a:ext>
            </a:extLst>
          </p:cNvPr>
          <p:cNvSpPr/>
          <p:nvPr/>
        </p:nvSpPr>
        <p:spPr>
          <a:xfrm>
            <a:off x="4572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BR">
            <a:extLst>
              <a:ext uri="{FF2B5EF4-FFF2-40B4-BE49-F238E27FC236}">
                <a16:creationId xmlns:a16="http://schemas.microsoft.com/office/drawing/2014/main" id="{219F4C87-6A3D-C8DC-D2E4-52E47943DCF4}"/>
              </a:ext>
            </a:extLst>
          </p:cNvPr>
          <p:cNvSpPr/>
          <p:nvPr/>
        </p:nvSpPr>
        <p:spPr>
          <a:xfrm>
            <a:off x="15798800" y="457200"/>
            <a:ext cx="0" cy="8229600"/>
          </a:xfrm>
          <a:prstGeom prst="line">
            <a:avLst/>
          </a:prstGeom>
          <a:ln w="19050">
            <a:solidFill>
              <a:srgbClr val="A09070">
                <a:alpha val="8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M106">
            <a:extLst>
              <a:ext uri="{FF2B5EF4-FFF2-40B4-BE49-F238E27FC236}">
                <a16:creationId xmlns:a16="http://schemas.microsoft.com/office/drawing/2014/main" id="{1FB895DB-47C9-FBB3-D68B-F7562F6D2C39}"/>
              </a:ext>
            </a:extLst>
          </p:cNvPr>
          <p:cNvSpPr/>
          <p:nvPr/>
        </p:nvSpPr>
        <p:spPr>
          <a:xfrm>
            <a:off x="2286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M107">
            <a:extLst>
              <a:ext uri="{FF2B5EF4-FFF2-40B4-BE49-F238E27FC236}">
                <a16:creationId xmlns:a16="http://schemas.microsoft.com/office/drawing/2014/main" id="{A4438F3D-BB5A-D5B6-0E52-886794CE3F6C}"/>
              </a:ext>
            </a:extLst>
          </p:cNvPr>
          <p:cNvSpPr/>
          <p:nvPr/>
        </p:nvSpPr>
        <p:spPr>
          <a:xfrm>
            <a:off x="4572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M108">
            <a:extLst>
              <a:ext uri="{FF2B5EF4-FFF2-40B4-BE49-F238E27FC236}">
                <a16:creationId xmlns:a16="http://schemas.microsoft.com/office/drawing/2014/main" id="{C994FEFE-9E5A-7F75-93A7-E5A50FCC0475}"/>
              </a:ext>
            </a:extLst>
          </p:cNvPr>
          <p:cNvSpPr/>
          <p:nvPr/>
        </p:nvSpPr>
        <p:spPr>
          <a:xfrm>
            <a:off x="15570200" y="4572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M109">
            <a:extLst>
              <a:ext uri="{FF2B5EF4-FFF2-40B4-BE49-F238E27FC236}">
                <a16:creationId xmlns:a16="http://schemas.microsoft.com/office/drawing/2014/main" id="{CDAB51B3-CB36-5904-26CF-BFC0A6D7F2C6}"/>
              </a:ext>
            </a:extLst>
          </p:cNvPr>
          <p:cNvSpPr/>
          <p:nvPr/>
        </p:nvSpPr>
        <p:spPr>
          <a:xfrm>
            <a:off x="15798800" y="2286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M110">
            <a:extLst>
              <a:ext uri="{FF2B5EF4-FFF2-40B4-BE49-F238E27FC236}">
                <a16:creationId xmlns:a16="http://schemas.microsoft.com/office/drawing/2014/main" id="{0DE96EBE-F434-D751-15AA-05C8BF762B9F}"/>
              </a:ext>
            </a:extLst>
          </p:cNvPr>
          <p:cNvSpPr/>
          <p:nvPr/>
        </p:nvSpPr>
        <p:spPr>
          <a:xfrm>
            <a:off x="2286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M111">
            <a:extLst>
              <a:ext uri="{FF2B5EF4-FFF2-40B4-BE49-F238E27FC236}">
                <a16:creationId xmlns:a16="http://schemas.microsoft.com/office/drawing/2014/main" id="{30988968-FB40-C1BC-4B41-E3D32B403C3F}"/>
              </a:ext>
            </a:extLst>
          </p:cNvPr>
          <p:cNvSpPr/>
          <p:nvPr/>
        </p:nvSpPr>
        <p:spPr>
          <a:xfrm>
            <a:off x="4572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M112">
            <a:extLst>
              <a:ext uri="{FF2B5EF4-FFF2-40B4-BE49-F238E27FC236}">
                <a16:creationId xmlns:a16="http://schemas.microsoft.com/office/drawing/2014/main" id="{7F5FA027-C45C-07EB-AE12-0893E4EE9448}"/>
              </a:ext>
            </a:extLst>
          </p:cNvPr>
          <p:cNvSpPr/>
          <p:nvPr/>
        </p:nvSpPr>
        <p:spPr>
          <a:xfrm>
            <a:off x="15570200" y="8686800"/>
            <a:ext cx="457200" cy="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M113">
            <a:extLst>
              <a:ext uri="{FF2B5EF4-FFF2-40B4-BE49-F238E27FC236}">
                <a16:creationId xmlns:a16="http://schemas.microsoft.com/office/drawing/2014/main" id="{29AB28FF-E9F0-3193-7F78-5EC212F9F8D0}"/>
              </a:ext>
            </a:extLst>
          </p:cNvPr>
          <p:cNvSpPr/>
          <p:nvPr/>
        </p:nvSpPr>
        <p:spPr>
          <a:xfrm>
            <a:off x="15798800" y="8458200"/>
            <a:ext cx="0" cy="457200"/>
          </a:xfrm>
          <a:prstGeom prst="line">
            <a:avLst/>
          </a:prstGeom>
          <a:ln w="15875">
            <a:solidFill>
              <a:srgbClr val="8A7A60">
                <a:alpha val="7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114">
            <a:extLst>
              <a:ext uri="{FF2B5EF4-FFF2-40B4-BE49-F238E27FC236}">
                <a16:creationId xmlns:a16="http://schemas.microsoft.com/office/drawing/2014/main" id="{10167F19-46A8-8942-9A4C-9C60E15C2BF1}"/>
              </a:ext>
            </a:extLst>
          </p:cNvPr>
          <p:cNvSpPr/>
          <p:nvPr/>
        </p:nvSpPr>
        <p:spPr>
          <a:xfrm>
            <a:off x="1828400" y="1028400"/>
            <a:ext cx="2743200" cy="2743200"/>
          </a:xfrm>
          <a:prstGeom prst="ellipse">
            <a:avLst/>
          </a:prstGeom>
          <a:noFill/>
          <a:ln w="9525">
            <a:solidFill>
              <a:srgbClr val="B8A888">
                <a:alpha val="2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115">
            <a:extLst>
              <a:ext uri="{FF2B5EF4-FFF2-40B4-BE49-F238E27FC236}">
                <a16:creationId xmlns:a16="http://schemas.microsoft.com/office/drawing/2014/main" id="{BEBE8A40-8C51-3354-E825-0C5F79B1E72D}"/>
              </a:ext>
            </a:extLst>
          </p:cNvPr>
          <p:cNvSpPr/>
          <p:nvPr/>
        </p:nvSpPr>
        <p:spPr>
          <a:xfrm>
            <a:off x="2514200" y="1714200"/>
            <a:ext cx="1371600" cy="1371600"/>
          </a:xfrm>
          <a:prstGeom prst="ellipse">
            <a:avLst/>
          </a:prstGeom>
          <a:noFill/>
          <a:ln w="6350">
            <a:solidFill>
              <a:srgbClr val="B8A888">
                <a:alpha val="18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116">
            <a:extLst>
              <a:ext uri="{FF2B5EF4-FFF2-40B4-BE49-F238E27FC236}">
                <a16:creationId xmlns:a16="http://schemas.microsoft.com/office/drawing/2014/main" id="{B223334B-5B8A-62D4-A2EA-5188043480C6}"/>
              </a:ext>
            </a:extLst>
          </p:cNvPr>
          <p:cNvSpPr/>
          <p:nvPr/>
        </p:nvSpPr>
        <p:spPr>
          <a:xfrm>
            <a:off x="10900000" y="5200000"/>
            <a:ext cx="3200000" cy="3200000"/>
          </a:xfrm>
          <a:prstGeom prst="ellipse">
            <a:avLst/>
          </a:prstGeom>
          <a:noFill/>
          <a:ln w="9525">
            <a:solidFill>
              <a:srgbClr val="B8A888">
                <a:alpha val="1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117">
            <a:extLst>
              <a:ext uri="{FF2B5EF4-FFF2-40B4-BE49-F238E27FC236}">
                <a16:creationId xmlns:a16="http://schemas.microsoft.com/office/drawing/2014/main" id="{38B9BBC8-FD6E-0B0D-1D68-134C1E6AA01D}"/>
              </a:ext>
            </a:extLst>
          </p:cNvPr>
          <p:cNvSpPr/>
          <p:nvPr/>
        </p:nvSpPr>
        <p:spPr>
          <a:xfrm>
            <a:off x="11700000" y="6000000"/>
            <a:ext cx="1600000" cy="1600000"/>
          </a:xfrm>
          <a:prstGeom prst="ellipse">
            <a:avLst/>
          </a:prstGeom>
          <a:noFill/>
          <a:ln w="6350">
            <a:solidFill>
              <a:srgbClr val="B8A888">
                <a:alpha val="13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X118">
            <a:extLst>
              <a:ext uri="{FF2B5EF4-FFF2-40B4-BE49-F238E27FC236}">
                <a16:creationId xmlns:a16="http://schemas.microsoft.com/office/drawing/2014/main" id="{0612A4C8-4113-409C-7A06-CCE4BE8CC829}"/>
              </a:ext>
            </a:extLst>
          </p:cNvPr>
          <p:cNvSpPr/>
          <p:nvPr/>
        </p:nvSpPr>
        <p:spPr>
          <a:xfrm>
            <a:off x="5372100" y="18288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X119">
            <a:extLst>
              <a:ext uri="{FF2B5EF4-FFF2-40B4-BE49-F238E27FC236}">
                <a16:creationId xmlns:a16="http://schemas.microsoft.com/office/drawing/2014/main" id="{133DCFD7-581B-E98B-0ABC-EAE467A4541A}"/>
              </a:ext>
            </a:extLst>
          </p:cNvPr>
          <p:cNvSpPr/>
          <p:nvPr/>
        </p:nvSpPr>
        <p:spPr>
          <a:xfrm>
            <a:off x="5486400" y="17145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X120">
            <a:extLst>
              <a:ext uri="{FF2B5EF4-FFF2-40B4-BE49-F238E27FC236}">
                <a16:creationId xmlns:a16="http://schemas.microsoft.com/office/drawing/2014/main" id="{CF42C853-D881-7D29-898A-54DD77ADB1C1}"/>
              </a:ext>
            </a:extLst>
          </p:cNvPr>
          <p:cNvSpPr/>
          <p:nvPr/>
        </p:nvSpPr>
        <p:spPr>
          <a:xfrm>
            <a:off x="10858500" y="36576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X121">
            <a:extLst>
              <a:ext uri="{FF2B5EF4-FFF2-40B4-BE49-F238E27FC236}">
                <a16:creationId xmlns:a16="http://schemas.microsoft.com/office/drawing/2014/main" id="{D4EAD23F-F130-2B79-684F-C9AC2CA64295}"/>
              </a:ext>
            </a:extLst>
          </p:cNvPr>
          <p:cNvSpPr/>
          <p:nvPr/>
        </p:nvSpPr>
        <p:spPr>
          <a:xfrm>
            <a:off x="10972800" y="35433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X122">
            <a:extLst>
              <a:ext uri="{FF2B5EF4-FFF2-40B4-BE49-F238E27FC236}">
                <a16:creationId xmlns:a16="http://schemas.microsoft.com/office/drawing/2014/main" id="{988DEB2B-9880-D9D3-E1FB-ED356581AEEB}"/>
              </a:ext>
            </a:extLst>
          </p:cNvPr>
          <p:cNvSpPr/>
          <p:nvPr/>
        </p:nvSpPr>
        <p:spPr>
          <a:xfrm>
            <a:off x="8013700" y="7315200"/>
            <a:ext cx="228600" cy="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X123">
            <a:extLst>
              <a:ext uri="{FF2B5EF4-FFF2-40B4-BE49-F238E27FC236}">
                <a16:creationId xmlns:a16="http://schemas.microsoft.com/office/drawing/2014/main" id="{FC7D4BD3-D58B-FF7C-72A8-360637FED765}"/>
              </a:ext>
            </a:extLst>
          </p:cNvPr>
          <p:cNvSpPr/>
          <p:nvPr/>
        </p:nvSpPr>
        <p:spPr>
          <a:xfrm>
            <a:off x="8128000" y="7200900"/>
            <a:ext cx="0" cy="228600"/>
          </a:xfrm>
          <a:prstGeom prst="line">
            <a:avLst/>
          </a:prstGeom>
          <a:ln w="9525">
            <a:solidFill>
              <a:srgbClr val="A09070">
                <a:alpha val="4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X124">
            <a:extLst>
              <a:ext uri="{FF2B5EF4-FFF2-40B4-BE49-F238E27FC236}">
                <a16:creationId xmlns:a16="http://schemas.microsoft.com/office/drawing/2014/main" id="{5EAC2BC3-209C-123C-6FF2-222492D71ED8}"/>
              </a:ext>
            </a:extLst>
          </p:cNvPr>
          <p:cNvSpPr/>
          <p:nvPr/>
        </p:nvSpPr>
        <p:spPr>
          <a:xfrm>
            <a:off x="2080260" y="64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X125">
            <a:extLst>
              <a:ext uri="{FF2B5EF4-FFF2-40B4-BE49-F238E27FC236}">
                <a16:creationId xmlns:a16="http://schemas.microsoft.com/office/drawing/2014/main" id="{E39914E4-3322-5C54-A5F3-CB979FFE93E4}"/>
              </a:ext>
            </a:extLst>
          </p:cNvPr>
          <p:cNvSpPr/>
          <p:nvPr/>
        </p:nvSpPr>
        <p:spPr>
          <a:xfrm>
            <a:off x="2194560" y="62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X126">
            <a:extLst>
              <a:ext uri="{FF2B5EF4-FFF2-40B4-BE49-F238E27FC236}">
                <a16:creationId xmlns:a16="http://schemas.microsoft.com/office/drawing/2014/main" id="{2E918BF6-E84F-9710-C70E-089D7B985BEE}"/>
              </a:ext>
            </a:extLst>
          </p:cNvPr>
          <p:cNvSpPr/>
          <p:nvPr/>
        </p:nvSpPr>
        <p:spPr>
          <a:xfrm>
            <a:off x="13885700" y="2000000"/>
            <a:ext cx="228600" cy="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X127">
            <a:extLst>
              <a:ext uri="{FF2B5EF4-FFF2-40B4-BE49-F238E27FC236}">
                <a16:creationId xmlns:a16="http://schemas.microsoft.com/office/drawing/2014/main" id="{D02C87EC-814B-CB9F-DAD6-5EB3CC7BD590}"/>
              </a:ext>
            </a:extLst>
          </p:cNvPr>
          <p:cNvSpPr/>
          <p:nvPr/>
        </p:nvSpPr>
        <p:spPr>
          <a:xfrm>
            <a:off x="14000000" y="1885700"/>
            <a:ext cx="0" cy="228600"/>
          </a:xfrm>
          <a:prstGeom prst="line">
            <a:avLst/>
          </a:prstGeom>
          <a:ln w="9525">
            <a:solidFill>
              <a:srgbClr val="A09070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Diag1">
            <a:extLst>
              <a:ext uri="{FF2B5EF4-FFF2-40B4-BE49-F238E27FC236}">
                <a16:creationId xmlns:a16="http://schemas.microsoft.com/office/drawing/2014/main" id="{CC3B1BE0-1C15-BDDF-020E-ED7DCD50A1C3}"/>
              </a:ext>
            </a:extLst>
          </p:cNvPr>
          <p:cNvSpPr/>
          <p:nvPr/>
        </p:nvSpPr>
        <p:spPr>
          <a:xfrm>
            <a:off x="914400" y="914400"/>
            <a:ext cx="2743200" cy="18288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Diag2">
            <a:extLst>
              <a:ext uri="{FF2B5EF4-FFF2-40B4-BE49-F238E27FC236}">
                <a16:creationId xmlns:a16="http://schemas.microsoft.com/office/drawing/2014/main" id="{ACD347F7-0AE3-4863-FDCD-41110065854B}"/>
              </a:ext>
            </a:extLst>
          </p:cNvPr>
          <p:cNvSpPr/>
          <p:nvPr/>
        </p:nvSpPr>
        <p:spPr>
          <a:xfrm>
            <a:off x="11430000" y="5486400"/>
            <a:ext cx="3657600" cy="2743200"/>
          </a:xfrm>
          <a:prstGeom prst="line">
            <a:avLst/>
          </a:prstGeom>
          <a:ln w="6350">
            <a:solidFill>
              <a:srgbClr val="C0B098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A2CEC0A2-C392-2806-037D-AA4B4DE81289}"/>
              </a:ext>
            </a:extLst>
          </p:cNvPr>
          <p:cNvSpPr txBox="1"/>
          <p:nvPr/>
        </p:nvSpPr>
        <p:spPr>
          <a:xfrm>
            <a:off x="985521" y="1463039"/>
            <a:ext cx="14787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zh-TW" sz="4400" dirty="0" err="1"/>
              <a:t>uvicorn</a:t>
            </a:r>
            <a:r>
              <a:rPr lang="en-US" altLang="zh-TW" sz="4400" dirty="0"/>
              <a:t> </a:t>
            </a:r>
            <a:r>
              <a:rPr lang="en-US" altLang="zh-TW" sz="4400" dirty="0" err="1"/>
              <a:t>server:app</a:t>
            </a:r>
            <a:r>
              <a:rPr lang="en-US" altLang="zh-TW" sz="4400" dirty="0"/>
              <a:t> --reload --port 8000</a:t>
            </a:r>
            <a:r>
              <a:rPr lang="zh-TW" altLang="en-US" sz="4400" dirty="0"/>
              <a:t>，這個指令</a:t>
            </a:r>
            <a:r>
              <a:rPr lang="en-US" altLang="zh-TW" sz="4400" dirty="0"/>
              <a:t>port</a:t>
            </a:r>
            <a:r>
              <a:rPr lang="zh-TW" altLang="en-US" sz="4400" dirty="0"/>
              <a:t>被占用，可能是你的</a:t>
            </a:r>
            <a:r>
              <a:rPr lang="en-US" altLang="zh-TW" sz="4400" dirty="0"/>
              <a:t>ai</a:t>
            </a:r>
            <a:r>
              <a:rPr lang="zh-TW" altLang="en-US" sz="4400" dirty="0"/>
              <a:t>測試時占用的，把錯誤信息貼給他。</a:t>
            </a:r>
            <a:endParaRPr lang="en-US" altLang="zh-TW" sz="4400" dirty="0"/>
          </a:p>
          <a:p>
            <a:pPr marL="342900" indent="-342900">
              <a:buFont typeface="+mj-lt"/>
              <a:buAutoNum type="arabicPeriod" startAt="3"/>
            </a:pPr>
            <a:endParaRPr lang="en-US" altLang="zh-TW" sz="4400" dirty="0"/>
          </a:p>
          <a:p>
            <a:pPr marL="342900" indent="-342900">
              <a:buFont typeface="+mj-lt"/>
              <a:buAutoNum type="arabicPeriod" startAt="3"/>
            </a:pPr>
            <a:r>
              <a:rPr lang="zh-TW" altLang="en-US" sz="4400" dirty="0"/>
              <a:t>前端頁面有問題，可以按</a:t>
            </a:r>
            <a:r>
              <a:rPr lang="en-US" altLang="zh-TW" sz="4400" dirty="0"/>
              <a:t>F12</a:t>
            </a:r>
            <a:r>
              <a:rPr lang="zh-TW" altLang="en-US" sz="4400" dirty="0"/>
              <a:t>把</a:t>
            </a:r>
            <a:r>
              <a:rPr lang="en-US" altLang="zh-TW" sz="4400" dirty="0"/>
              <a:t>console</a:t>
            </a:r>
            <a:r>
              <a:rPr lang="zh-TW" altLang="en-US" sz="4400" dirty="0"/>
              <a:t>的錯誤信息，貼給</a:t>
            </a:r>
            <a:r>
              <a:rPr lang="en-US" altLang="zh-TW" sz="4400" dirty="0"/>
              <a:t>ai</a:t>
            </a:r>
          </a:p>
          <a:p>
            <a:br>
              <a:rPr lang="en-US" altLang="zh-TW" sz="4400" dirty="0"/>
            </a:br>
            <a:endParaRPr lang="en-US" altLang="zh-TW" sz="4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86E0854-3A7B-D964-9825-DEBD6F443F57}"/>
              </a:ext>
            </a:extLst>
          </p:cNvPr>
          <p:cNvSpPr txBox="1"/>
          <p:nvPr/>
        </p:nvSpPr>
        <p:spPr>
          <a:xfrm>
            <a:off x="868679" y="484139"/>
            <a:ext cx="1478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solidFill>
                  <a:srgbClr val="FF0000"/>
                </a:solidFill>
              </a:rPr>
              <a:t>常見問題</a:t>
            </a:r>
            <a:endParaRPr lang="en-US" altLang="zh-TW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5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7D3639-4BA0-47EF-9936-18B3BD600DF7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451</Words>
  <Application>Microsoft Office PowerPoint</Application>
  <PresentationFormat>自訂</PresentationFormat>
  <Paragraphs>33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熊貓</dc:creator>
  <cp:lastModifiedBy>貓 熊</cp:lastModifiedBy>
  <cp:revision>6</cp:revision>
  <dcterms:created xsi:type="dcterms:W3CDTF">2006-08-16T00:00:00Z</dcterms:created>
  <dcterms:modified xsi:type="dcterms:W3CDTF">2026-03-26T17:47:41Z</dcterms:modified>
</cp:coreProperties>
</file>